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76" r:id="rId2"/>
    <p:sldId id="294" r:id="rId3"/>
    <p:sldId id="296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530" y="1143000"/>
            <a:ext cx="54869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150" y="1122363"/>
            <a:ext cx="91449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150" y="3602038"/>
            <a:ext cx="91449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932" y="1709738"/>
            <a:ext cx="1051663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932" y="4589463"/>
            <a:ext cx="1051663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83" y="1825625"/>
            <a:ext cx="518211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808" y="1825625"/>
            <a:ext cx="518211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71" y="365125"/>
            <a:ext cx="1051663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871" y="1681163"/>
            <a:ext cx="515829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871" y="2505075"/>
            <a:ext cx="5158295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808" y="1681163"/>
            <a:ext cx="518369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808" y="2505075"/>
            <a:ext cx="518369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71" y="457200"/>
            <a:ext cx="393262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698" y="987425"/>
            <a:ext cx="6172808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71" y="2057400"/>
            <a:ext cx="393262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71" y="457200"/>
            <a:ext cx="393262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698" y="987425"/>
            <a:ext cx="6172808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71" y="2057400"/>
            <a:ext cx="393262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5759" y="365125"/>
            <a:ext cx="2629159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83" y="365125"/>
            <a:ext cx="7735062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83" y="365125"/>
            <a:ext cx="1051663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83" y="1825625"/>
            <a:ext cx="1051663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83" y="6356350"/>
            <a:ext cx="2743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998" y="6356350"/>
            <a:ext cx="4115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1448" y="6356350"/>
            <a:ext cx="2743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emf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jpe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emf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Relationship Id="rId14" Type="http://schemas.openxmlformats.org/officeDocument/2006/relationships/image" Target="../media/image13.emf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0.png"/><Relationship Id="rId299" Type="http://schemas.openxmlformats.org/officeDocument/2006/relationships/image" Target="../media/image312.png"/><Relationship Id="rId21" Type="http://schemas.openxmlformats.org/officeDocument/2006/relationships/image" Target="../media/image34.png"/><Relationship Id="rId63" Type="http://schemas.openxmlformats.org/officeDocument/2006/relationships/image" Target="../media/image76.png"/><Relationship Id="rId159" Type="http://schemas.openxmlformats.org/officeDocument/2006/relationships/image" Target="../media/image172.png"/><Relationship Id="rId324" Type="http://schemas.openxmlformats.org/officeDocument/2006/relationships/image" Target="../media/image337.png"/><Relationship Id="rId366" Type="http://schemas.openxmlformats.org/officeDocument/2006/relationships/image" Target="../media/image379.png"/><Relationship Id="rId170" Type="http://schemas.openxmlformats.org/officeDocument/2006/relationships/image" Target="../media/image183.png"/><Relationship Id="rId226" Type="http://schemas.openxmlformats.org/officeDocument/2006/relationships/image" Target="../media/image239.png"/><Relationship Id="rId433" Type="http://schemas.openxmlformats.org/officeDocument/2006/relationships/image" Target="../media/image446.png"/><Relationship Id="rId268" Type="http://schemas.openxmlformats.org/officeDocument/2006/relationships/image" Target="../media/image281.png"/><Relationship Id="rId32" Type="http://schemas.openxmlformats.org/officeDocument/2006/relationships/image" Target="../media/image45.png"/><Relationship Id="rId74" Type="http://schemas.openxmlformats.org/officeDocument/2006/relationships/image" Target="../media/image87.png"/><Relationship Id="rId128" Type="http://schemas.openxmlformats.org/officeDocument/2006/relationships/image" Target="../media/image141.png"/><Relationship Id="rId335" Type="http://schemas.openxmlformats.org/officeDocument/2006/relationships/image" Target="../media/image348.png"/><Relationship Id="rId377" Type="http://schemas.openxmlformats.org/officeDocument/2006/relationships/image" Target="../media/image390.png"/><Relationship Id="rId5" Type="http://schemas.openxmlformats.org/officeDocument/2006/relationships/image" Target="../media/image18.png"/><Relationship Id="rId181" Type="http://schemas.openxmlformats.org/officeDocument/2006/relationships/image" Target="../media/image194.png"/><Relationship Id="rId237" Type="http://schemas.openxmlformats.org/officeDocument/2006/relationships/image" Target="../media/image250.png"/><Relationship Id="rId402" Type="http://schemas.openxmlformats.org/officeDocument/2006/relationships/image" Target="../media/image415.png"/><Relationship Id="rId279" Type="http://schemas.openxmlformats.org/officeDocument/2006/relationships/image" Target="../media/image292.png"/><Relationship Id="rId43" Type="http://schemas.openxmlformats.org/officeDocument/2006/relationships/image" Target="../media/image56.png"/><Relationship Id="rId139" Type="http://schemas.openxmlformats.org/officeDocument/2006/relationships/image" Target="../media/image152.png"/><Relationship Id="rId290" Type="http://schemas.openxmlformats.org/officeDocument/2006/relationships/image" Target="../media/image303.png"/><Relationship Id="rId304" Type="http://schemas.openxmlformats.org/officeDocument/2006/relationships/image" Target="../media/image317.png"/><Relationship Id="rId346" Type="http://schemas.openxmlformats.org/officeDocument/2006/relationships/image" Target="../media/image359.png"/><Relationship Id="rId388" Type="http://schemas.openxmlformats.org/officeDocument/2006/relationships/image" Target="../media/image401.png"/><Relationship Id="rId85" Type="http://schemas.openxmlformats.org/officeDocument/2006/relationships/image" Target="../media/image98.png"/><Relationship Id="rId150" Type="http://schemas.openxmlformats.org/officeDocument/2006/relationships/image" Target="../media/image163.png"/><Relationship Id="rId192" Type="http://schemas.openxmlformats.org/officeDocument/2006/relationships/image" Target="../media/image205.png"/><Relationship Id="rId206" Type="http://schemas.openxmlformats.org/officeDocument/2006/relationships/image" Target="../media/image219.png"/><Relationship Id="rId413" Type="http://schemas.openxmlformats.org/officeDocument/2006/relationships/image" Target="../media/image426.png"/><Relationship Id="rId248" Type="http://schemas.openxmlformats.org/officeDocument/2006/relationships/image" Target="../media/image261.png"/><Relationship Id="rId12" Type="http://schemas.openxmlformats.org/officeDocument/2006/relationships/image" Target="../media/image25.png"/><Relationship Id="rId108" Type="http://schemas.openxmlformats.org/officeDocument/2006/relationships/image" Target="../media/image121.png"/><Relationship Id="rId315" Type="http://schemas.openxmlformats.org/officeDocument/2006/relationships/image" Target="../media/image328.png"/><Relationship Id="rId357" Type="http://schemas.openxmlformats.org/officeDocument/2006/relationships/image" Target="../media/image370.png"/><Relationship Id="rId54" Type="http://schemas.openxmlformats.org/officeDocument/2006/relationships/image" Target="../media/image67.png"/><Relationship Id="rId96" Type="http://schemas.openxmlformats.org/officeDocument/2006/relationships/image" Target="../media/image109.png"/><Relationship Id="rId161" Type="http://schemas.openxmlformats.org/officeDocument/2006/relationships/image" Target="../media/image174.png"/><Relationship Id="rId217" Type="http://schemas.openxmlformats.org/officeDocument/2006/relationships/image" Target="../media/image230.png"/><Relationship Id="rId399" Type="http://schemas.openxmlformats.org/officeDocument/2006/relationships/image" Target="../media/image412.png"/><Relationship Id="rId259" Type="http://schemas.openxmlformats.org/officeDocument/2006/relationships/image" Target="../media/image272.png"/><Relationship Id="rId424" Type="http://schemas.openxmlformats.org/officeDocument/2006/relationships/image" Target="../media/image437.png"/><Relationship Id="rId23" Type="http://schemas.openxmlformats.org/officeDocument/2006/relationships/image" Target="../media/image36.png"/><Relationship Id="rId119" Type="http://schemas.openxmlformats.org/officeDocument/2006/relationships/image" Target="../media/image132.png"/><Relationship Id="rId270" Type="http://schemas.openxmlformats.org/officeDocument/2006/relationships/image" Target="../media/image283.png"/><Relationship Id="rId326" Type="http://schemas.openxmlformats.org/officeDocument/2006/relationships/image" Target="../media/image339.png"/><Relationship Id="rId65" Type="http://schemas.openxmlformats.org/officeDocument/2006/relationships/image" Target="../media/image78.png"/><Relationship Id="rId130" Type="http://schemas.openxmlformats.org/officeDocument/2006/relationships/image" Target="../media/image143.png"/><Relationship Id="rId368" Type="http://schemas.openxmlformats.org/officeDocument/2006/relationships/image" Target="../media/image381.png"/><Relationship Id="rId172" Type="http://schemas.openxmlformats.org/officeDocument/2006/relationships/image" Target="../media/image185.png"/><Relationship Id="rId228" Type="http://schemas.openxmlformats.org/officeDocument/2006/relationships/image" Target="../media/image241.png"/><Relationship Id="rId435" Type="http://schemas.openxmlformats.org/officeDocument/2006/relationships/image" Target="../media/image448.emf"/><Relationship Id="rId281" Type="http://schemas.openxmlformats.org/officeDocument/2006/relationships/image" Target="../media/image294.png"/><Relationship Id="rId337" Type="http://schemas.openxmlformats.org/officeDocument/2006/relationships/image" Target="../media/image350.png"/><Relationship Id="rId34" Type="http://schemas.openxmlformats.org/officeDocument/2006/relationships/image" Target="../media/image47.png"/><Relationship Id="rId76" Type="http://schemas.openxmlformats.org/officeDocument/2006/relationships/image" Target="../media/image89.png"/><Relationship Id="rId141" Type="http://schemas.openxmlformats.org/officeDocument/2006/relationships/image" Target="../media/image154.png"/><Relationship Id="rId379" Type="http://schemas.openxmlformats.org/officeDocument/2006/relationships/image" Target="../media/image392.png"/><Relationship Id="rId7" Type="http://schemas.openxmlformats.org/officeDocument/2006/relationships/image" Target="../media/image20.png"/><Relationship Id="rId183" Type="http://schemas.openxmlformats.org/officeDocument/2006/relationships/image" Target="../media/image196.png"/><Relationship Id="rId239" Type="http://schemas.openxmlformats.org/officeDocument/2006/relationships/image" Target="../media/image252.png"/><Relationship Id="rId390" Type="http://schemas.openxmlformats.org/officeDocument/2006/relationships/image" Target="../media/image403.png"/><Relationship Id="rId404" Type="http://schemas.openxmlformats.org/officeDocument/2006/relationships/image" Target="../media/image417.png"/><Relationship Id="rId250" Type="http://schemas.openxmlformats.org/officeDocument/2006/relationships/image" Target="../media/image263.png"/><Relationship Id="rId292" Type="http://schemas.openxmlformats.org/officeDocument/2006/relationships/image" Target="../media/image305.png"/><Relationship Id="rId306" Type="http://schemas.openxmlformats.org/officeDocument/2006/relationships/image" Target="../media/image319.png"/><Relationship Id="rId45" Type="http://schemas.openxmlformats.org/officeDocument/2006/relationships/image" Target="../media/image58.png"/><Relationship Id="rId87" Type="http://schemas.openxmlformats.org/officeDocument/2006/relationships/image" Target="../media/image100.png"/><Relationship Id="rId110" Type="http://schemas.openxmlformats.org/officeDocument/2006/relationships/image" Target="../media/image123.png"/><Relationship Id="rId348" Type="http://schemas.openxmlformats.org/officeDocument/2006/relationships/image" Target="../media/image361.png"/><Relationship Id="rId152" Type="http://schemas.openxmlformats.org/officeDocument/2006/relationships/image" Target="../media/image165.png"/><Relationship Id="rId194" Type="http://schemas.openxmlformats.org/officeDocument/2006/relationships/image" Target="../media/image207.png"/><Relationship Id="rId208" Type="http://schemas.openxmlformats.org/officeDocument/2006/relationships/image" Target="../media/image221.png"/><Relationship Id="rId415" Type="http://schemas.openxmlformats.org/officeDocument/2006/relationships/image" Target="../media/image428.png"/><Relationship Id="rId261" Type="http://schemas.openxmlformats.org/officeDocument/2006/relationships/image" Target="../media/image274.png"/><Relationship Id="rId14" Type="http://schemas.openxmlformats.org/officeDocument/2006/relationships/image" Target="../media/image27.png"/><Relationship Id="rId56" Type="http://schemas.openxmlformats.org/officeDocument/2006/relationships/image" Target="../media/image69.png"/><Relationship Id="rId317" Type="http://schemas.openxmlformats.org/officeDocument/2006/relationships/image" Target="../media/image330.png"/><Relationship Id="rId359" Type="http://schemas.openxmlformats.org/officeDocument/2006/relationships/image" Target="../media/image372.png"/><Relationship Id="rId98" Type="http://schemas.openxmlformats.org/officeDocument/2006/relationships/image" Target="../media/image111.png"/><Relationship Id="rId121" Type="http://schemas.openxmlformats.org/officeDocument/2006/relationships/image" Target="../media/image134.png"/><Relationship Id="rId163" Type="http://schemas.openxmlformats.org/officeDocument/2006/relationships/image" Target="../media/image176.png"/><Relationship Id="rId219" Type="http://schemas.openxmlformats.org/officeDocument/2006/relationships/image" Target="../media/image232.png"/><Relationship Id="rId370" Type="http://schemas.openxmlformats.org/officeDocument/2006/relationships/image" Target="../media/image383.png"/><Relationship Id="rId426" Type="http://schemas.openxmlformats.org/officeDocument/2006/relationships/image" Target="../media/image439.png"/><Relationship Id="rId230" Type="http://schemas.openxmlformats.org/officeDocument/2006/relationships/image" Target="../media/image243.png"/><Relationship Id="rId25" Type="http://schemas.openxmlformats.org/officeDocument/2006/relationships/image" Target="../media/image38.png"/><Relationship Id="rId67" Type="http://schemas.openxmlformats.org/officeDocument/2006/relationships/image" Target="../media/image80.png"/><Relationship Id="rId272" Type="http://schemas.openxmlformats.org/officeDocument/2006/relationships/image" Target="../media/image285.png"/><Relationship Id="rId328" Type="http://schemas.openxmlformats.org/officeDocument/2006/relationships/image" Target="../media/image341.png"/><Relationship Id="rId132" Type="http://schemas.openxmlformats.org/officeDocument/2006/relationships/image" Target="../media/image145.png"/><Relationship Id="rId174" Type="http://schemas.openxmlformats.org/officeDocument/2006/relationships/image" Target="../media/image187.png"/><Relationship Id="rId381" Type="http://schemas.openxmlformats.org/officeDocument/2006/relationships/image" Target="../media/image394.png"/><Relationship Id="rId241" Type="http://schemas.openxmlformats.org/officeDocument/2006/relationships/image" Target="../media/image254.png"/><Relationship Id="rId437" Type="http://schemas.openxmlformats.org/officeDocument/2006/relationships/image" Target="../media/image450.png"/><Relationship Id="rId36" Type="http://schemas.openxmlformats.org/officeDocument/2006/relationships/image" Target="../media/image49.png"/><Relationship Id="rId283" Type="http://schemas.openxmlformats.org/officeDocument/2006/relationships/image" Target="../media/image296.png"/><Relationship Id="rId339" Type="http://schemas.openxmlformats.org/officeDocument/2006/relationships/image" Target="../media/image352.png"/><Relationship Id="rId78" Type="http://schemas.openxmlformats.org/officeDocument/2006/relationships/image" Target="../media/image91.png"/><Relationship Id="rId101" Type="http://schemas.openxmlformats.org/officeDocument/2006/relationships/image" Target="../media/image114.png"/><Relationship Id="rId143" Type="http://schemas.openxmlformats.org/officeDocument/2006/relationships/image" Target="../media/image156.png"/><Relationship Id="rId185" Type="http://schemas.openxmlformats.org/officeDocument/2006/relationships/image" Target="../media/image198.png"/><Relationship Id="rId350" Type="http://schemas.openxmlformats.org/officeDocument/2006/relationships/image" Target="../media/image363.png"/><Relationship Id="rId406" Type="http://schemas.openxmlformats.org/officeDocument/2006/relationships/image" Target="../media/image419.png"/><Relationship Id="rId9" Type="http://schemas.openxmlformats.org/officeDocument/2006/relationships/image" Target="../media/image22.png"/><Relationship Id="rId210" Type="http://schemas.openxmlformats.org/officeDocument/2006/relationships/image" Target="../media/image223.png"/><Relationship Id="rId392" Type="http://schemas.openxmlformats.org/officeDocument/2006/relationships/image" Target="../media/image405.png"/><Relationship Id="rId252" Type="http://schemas.openxmlformats.org/officeDocument/2006/relationships/image" Target="../media/image265.png"/><Relationship Id="rId294" Type="http://schemas.openxmlformats.org/officeDocument/2006/relationships/image" Target="../media/image307.png"/><Relationship Id="rId308" Type="http://schemas.openxmlformats.org/officeDocument/2006/relationships/image" Target="../media/image321.png"/><Relationship Id="rId47" Type="http://schemas.openxmlformats.org/officeDocument/2006/relationships/image" Target="../media/image60.png"/><Relationship Id="rId89" Type="http://schemas.openxmlformats.org/officeDocument/2006/relationships/image" Target="../media/image102.png"/><Relationship Id="rId112" Type="http://schemas.openxmlformats.org/officeDocument/2006/relationships/image" Target="../media/image125.png"/><Relationship Id="rId154" Type="http://schemas.openxmlformats.org/officeDocument/2006/relationships/image" Target="../media/image167.png"/><Relationship Id="rId361" Type="http://schemas.openxmlformats.org/officeDocument/2006/relationships/image" Target="../media/image374.png"/><Relationship Id="rId196" Type="http://schemas.openxmlformats.org/officeDocument/2006/relationships/image" Target="../media/image209.png"/><Relationship Id="rId417" Type="http://schemas.openxmlformats.org/officeDocument/2006/relationships/image" Target="../media/image430.png"/><Relationship Id="rId16" Type="http://schemas.openxmlformats.org/officeDocument/2006/relationships/image" Target="../media/image29.png"/><Relationship Id="rId221" Type="http://schemas.openxmlformats.org/officeDocument/2006/relationships/image" Target="../media/image234.png"/><Relationship Id="rId263" Type="http://schemas.openxmlformats.org/officeDocument/2006/relationships/image" Target="../media/image276.png"/><Relationship Id="rId319" Type="http://schemas.openxmlformats.org/officeDocument/2006/relationships/image" Target="../media/image332.png"/><Relationship Id="rId58" Type="http://schemas.openxmlformats.org/officeDocument/2006/relationships/image" Target="../media/image71.png"/><Relationship Id="rId123" Type="http://schemas.openxmlformats.org/officeDocument/2006/relationships/image" Target="../media/image136.png"/><Relationship Id="rId330" Type="http://schemas.openxmlformats.org/officeDocument/2006/relationships/image" Target="../media/image343.png"/><Relationship Id="rId165" Type="http://schemas.openxmlformats.org/officeDocument/2006/relationships/image" Target="../media/image178.png"/><Relationship Id="rId372" Type="http://schemas.openxmlformats.org/officeDocument/2006/relationships/image" Target="../media/image385.png"/><Relationship Id="rId428" Type="http://schemas.openxmlformats.org/officeDocument/2006/relationships/image" Target="../media/image441.png"/><Relationship Id="rId232" Type="http://schemas.openxmlformats.org/officeDocument/2006/relationships/image" Target="../media/image245.png"/><Relationship Id="rId274" Type="http://schemas.openxmlformats.org/officeDocument/2006/relationships/image" Target="../media/image287.png"/><Relationship Id="rId27" Type="http://schemas.openxmlformats.org/officeDocument/2006/relationships/image" Target="../media/image40.png"/><Relationship Id="rId69" Type="http://schemas.openxmlformats.org/officeDocument/2006/relationships/image" Target="../media/image82.png"/><Relationship Id="rId134" Type="http://schemas.openxmlformats.org/officeDocument/2006/relationships/image" Target="../media/image147.png"/><Relationship Id="rId80" Type="http://schemas.openxmlformats.org/officeDocument/2006/relationships/image" Target="../media/image93.png"/><Relationship Id="rId176" Type="http://schemas.openxmlformats.org/officeDocument/2006/relationships/image" Target="../media/image189.png"/><Relationship Id="rId341" Type="http://schemas.openxmlformats.org/officeDocument/2006/relationships/image" Target="../media/image354.png"/><Relationship Id="rId383" Type="http://schemas.openxmlformats.org/officeDocument/2006/relationships/image" Target="../media/image396.png"/><Relationship Id="rId439" Type="http://schemas.openxmlformats.org/officeDocument/2006/relationships/image" Target="../media/image452.emf"/><Relationship Id="rId201" Type="http://schemas.openxmlformats.org/officeDocument/2006/relationships/image" Target="../media/image214.png"/><Relationship Id="rId243" Type="http://schemas.openxmlformats.org/officeDocument/2006/relationships/image" Target="../media/image256.png"/><Relationship Id="rId285" Type="http://schemas.openxmlformats.org/officeDocument/2006/relationships/image" Target="../media/image298.png"/><Relationship Id="rId38" Type="http://schemas.openxmlformats.org/officeDocument/2006/relationships/image" Target="../media/image51.png"/><Relationship Id="rId103" Type="http://schemas.openxmlformats.org/officeDocument/2006/relationships/image" Target="../media/image116.png"/><Relationship Id="rId310" Type="http://schemas.openxmlformats.org/officeDocument/2006/relationships/image" Target="../media/image323.png"/><Relationship Id="rId91" Type="http://schemas.openxmlformats.org/officeDocument/2006/relationships/image" Target="../media/image104.png"/><Relationship Id="rId145" Type="http://schemas.openxmlformats.org/officeDocument/2006/relationships/image" Target="../media/image158.png"/><Relationship Id="rId187" Type="http://schemas.openxmlformats.org/officeDocument/2006/relationships/image" Target="../media/image200.png"/><Relationship Id="rId352" Type="http://schemas.openxmlformats.org/officeDocument/2006/relationships/image" Target="../media/image365.png"/><Relationship Id="rId394" Type="http://schemas.openxmlformats.org/officeDocument/2006/relationships/image" Target="../media/image407.png"/><Relationship Id="rId408" Type="http://schemas.openxmlformats.org/officeDocument/2006/relationships/image" Target="../media/image421.png"/><Relationship Id="rId212" Type="http://schemas.openxmlformats.org/officeDocument/2006/relationships/image" Target="../media/image225.png"/><Relationship Id="rId254" Type="http://schemas.openxmlformats.org/officeDocument/2006/relationships/image" Target="../media/image267.png"/><Relationship Id="rId49" Type="http://schemas.openxmlformats.org/officeDocument/2006/relationships/image" Target="../media/image62.png"/><Relationship Id="rId114" Type="http://schemas.openxmlformats.org/officeDocument/2006/relationships/image" Target="../media/image127.png"/><Relationship Id="rId296" Type="http://schemas.openxmlformats.org/officeDocument/2006/relationships/image" Target="../media/image309.png"/><Relationship Id="rId60" Type="http://schemas.openxmlformats.org/officeDocument/2006/relationships/image" Target="../media/image73.png"/><Relationship Id="rId156" Type="http://schemas.openxmlformats.org/officeDocument/2006/relationships/image" Target="../media/image169.png"/><Relationship Id="rId198" Type="http://schemas.openxmlformats.org/officeDocument/2006/relationships/image" Target="../media/image211.png"/><Relationship Id="rId321" Type="http://schemas.openxmlformats.org/officeDocument/2006/relationships/image" Target="../media/image334.png"/><Relationship Id="rId363" Type="http://schemas.openxmlformats.org/officeDocument/2006/relationships/image" Target="../media/image376.png"/><Relationship Id="rId419" Type="http://schemas.openxmlformats.org/officeDocument/2006/relationships/image" Target="../media/image432.png"/><Relationship Id="rId202" Type="http://schemas.openxmlformats.org/officeDocument/2006/relationships/image" Target="../media/image215.png"/><Relationship Id="rId223" Type="http://schemas.openxmlformats.org/officeDocument/2006/relationships/image" Target="../media/image236.png"/><Relationship Id="rId244" Type="http://schemas.openxmlformats.org/officeDocument/2006/relationships/image" Target="../media/image257.png"/><Relationship Id="rId430" Type="http://schemas.openxmlformats.org/officeDocument/2006/relationships/image" Target="../media/image443.png"/><Relationship Id="rId18" Type="http://schemas.openxmlformats.org/officeDocument/2006/relationships/image" Target="../media/image31.png"/><Relationship Id="rId39" Type="http://schemas.openxmlformats.org/officeDocument/2006/relationships/image" Target="../media/image52.png"/><Relationship Id="rId265" Type="http://schemas.openxmlformats.org/officeDocument/2006/relationships/image" Target="../media/image278.png"/><Relationship Id="rId286" Type="http://schemas.openxmlformats.org/officeDocument/2006/relationships/image" Target="../media/image299.png"/><Relationship Id="rId50" Type="http://schemas.openxmlformats.org/officeDocument/2006/relationships/image" Target="../media/image63.png"/><Relationship Id="rId104" Type="http://schemas.openxmlformats.org/officeDocument/2006/relationships/image" Target="../media/image117.png"/><Relationship Id="rId125" Type="http://schemas.openxmlformats.org/officeDocument/2006/relationships/image" Target="../media/image138.png"/><Relationship Id="rId146" Type="http://schemas.openxmlformats.org/officeDocument/2006/relationships/image" Target="../media/image159.png"/><Relationship Id="rId167" Type="http://schemas.openxmlformats.org/officeDocument/2006/relationships/image" Target="../media/image180.png"/><Relationship Id="rId188" Type="http://schemas.openxmlformats.org/officeDocument/2006/relationships/image" Target="../media/image201.png"/><Relationship Id="rId311" Type="http://schemas.openxmlformats.org/officeDocument/2006/relationships/image" Target="../media/image324.png"/><Relationship Id="rId332" Type="http://schemas.openxmlformats.org/officeDocument/2006/relationships/image" Target="../media/image345.png"/><Relationship Id="rId353" Type="http://schemas.openxmlformats.org/officeDocument/2006/relationships/image" Target="../media/image366.png"/><Relationship Id="rId374" Type="http://schemas.openxmlformats.org/officeDocument/2006/relationships/image" Target="../media/image387.png"/><Relationship Id="rId395" Type="http://schemas.openxmlformats.org/officeDocument/2006/relationships/image" Target="../media/image408.png"/><Relationship Id="rId409" Type="http://schemas.openxmlformats.org/officeDocument/2006/relationships/image" Target="../media/image422.png"/><Relationship Id="rId71" Type="http://schemas.openxmlformats.org/officeDocument/2006/relationships/image" Target="../media/image84.png"/><Relationship Id="rId92" Type="http://schemas.openxmlformats.org/officeDocument/2006/relationships/image" Target="../media/image105.png"/><Relationship Id="rId213" Type="http://schemas.openxmlformats.org/officeDocument/2006/relationships/image" Target="../media/image226.png"/><Relationship Id="rId234" Type="http://schemas.openxmlformats.org/officeDocument/2006/relationships/image" Target="../media/image247.png"/><Relationship Id="rId420" Type="http://schemas.openxmlformats.org/officeDocument/2006/relationships/image" Target="../media/image433.png"/><Relationship Id="rId2" Type="http://schemas.openxmlformats.org/officeDocument/2006/relationships/slideLayout" Target="../slideLayouts/slideLayout2.xml"/><Relationship Id="rId29" Type="http://schemas.openxmlformats.org/officeDocument/2006/relationships/image" Target="../media/image42.png"/><Relationship Id="rId255" Type="http://schemas.openxmlformats.org/officeDocument/2006/relationships/image" Target="../media/image268.png"/><Relationship Id="rId276" Type="http://schemas.openxmlformats.org/officeDocument/2006/relationships/image" Target="../media/image289.png"/><Relationship Id="rId297" Type="http://schemas.openxmlformats.org/officeDocument/2006/relationships/image" Target="../media/image310.png"/><Relationship Id="rId441" Type="http://schemas.openxmlformats.org/officeDocument/2006/relationships/image" Target="../media/image454.png"/><Relationship Id="rId40" Type="http://schemas.openxmlformats.org/officeDocument/2006/relationships/image" Target="../media/image53.png"/><Relationship Id="rId115" Type="http://schemas.openxmlformats.org/officeDocument/2006/relationships/image" Target="../media/image128.png"/><Relationship Id="rId136" Type="http://schemas.openxmlformats.org/officeDocument/2006/relationships/image" Target="../media/image149.png"/><Relationship Id="rId157" Type="http://schemas.openxmlformats.org/officeDocument/2006/relationships/image" Target="../media/image170.png"/><Relationship Id="rId178" Type="http://schemas.openxmlformats.org/officeDocument/2006/relationships/image" Target="../media/image191.png"/><Relationship Id="rId301" Type="http://schemas.openxmlformats.org/officeDocument/2006/relationships/image" Target="../media/image314.png"/><Relationship Id="rId322" Type="http://schemas.openxmlformats.org/officeDocument/2006/relationships/image" Target="../media/image335.png"/><Relationship Id="rId343" Type="http://schemas.openxmlformats.org/officeDocument/2006/relationships/image" Target="../media/image356.png"/><Relationship Id="rId364" Type="http://schemas.openxmlformats.org/officeDocument/2006/relationships/image" Target="../media/image377.png"/><Relationship Id="rId61" Type="http://schemas.openxmlformats.org/officeDocument/2006/relationships/image" Target="../media/image74.png"/><Relationship Id="rId82" Type="http://schemas.openxmlformats.org/officeDocument/2006/relationships/image" Target="../media/image95.png"/><Relationship Id="rId199" Type="http://schemas.openxmlformats.org/officeDocument/2006/relationships/image" Target="../media/image212.png"/><Relationship Id="rId203" Type="http://schemas.openxmlformats.org/officeDocument/2006/relationships/image" Target="../media/image216.png"/><Relationship Id="rId385" Type="http://schemas.openxmlformats.org/officeDocument/2006/relationships/image" Target="../media/image398.png"/><Relationship Id="rId19" Type="http://schemas.openxmlformats.org/officeDocument/2006/relationships/image" Target="../media/image32.png"/><Relationship Id="rId224" Type="http://schemas.openxmlformats.org/officeDocument/2006/relationships/image" Target="../media/image237.png"/><Relationship Id="rId245" Type="http://schemas.openxmlformats.org/officeDocument/2006/relationships/image" Target="../media/image258.png"/><Relationship Id="rId266" Type="http://schemas.openxmlformats.org/officeDocument/2006/relationships/image" Target="../media/image279.png"/><Relationship Id="rId287" Type="http://schemas.openxmlformats.org/officeDocument/2006/relationships/image" Target="../media/image300.png"/><Relationship Id="rId410" Type="http://schemas.openxmlformats.org/officeDocument/2006/relationships/image" Target="../media/image423.png"/><Relationship Id="rId431" Type="http://schemas.openxmlformats.org/officeDocument/2006/relationships/image" Target="../media/image444.png"/><Relationship Id="rId30" Type="http://schemas.openxmlformats.org/officeDocument/2006/relationships/image" Target="../media/image43.png"/><Relationship Id="rId105" Type="http://schemas.openxmlformats.org/officeDocument/2006/relationships/image" Target="../media/image118.png"/><Relationship Id="rId126" Type="http://schemas.openxmlformats.org/officeDocument/2006/relationships/image" Target="../media/image139.png"/><Relationship Id="rId147" Type="http://schemas.openxmlformats.org/officeDocument/2006/relationships/image" Target="../media/image160.png"/><Relationship Id="rId168" Type="http://schemas.openxmlformats.org/officeDocument/2006/relationships/image" Target="../media/image181.png"/><Relationship Id="rId312" Type="http://schemas.openxmlformats.org/officeDocument/2006/relationships/image" Target="../media/image325.png"/><Relationship Id="rId333" Type="http://schemas.openxmlformats.org/officeDocument/2006/relationships/image" Target="../media/image346.png"/><Relationship Id="rId354" Type="http://schemas.openxmlformats.org/officeDocument/2006/relationships/image" Target="../media/image367.png"/><Relationship Id="rId51" Type="http://schemas.openxmlformats.org/officeDocument/2006/relationships/image" Target="../media/image64.png"/><Relationship Id="rId72" Type="http://schemas.openxmlformats.org/officeDocument/2006/relationships/image" Target="../media/image85.png"/><Relationship Id="rId93" Type="http://schemas.openxmlformats.org/officeDocument/2006/relationships/image" Target="../media/image106.png"/><Relationship Id="rId189" Type="http://schemas.openxmlformats.org/officeDocument/2006/relationships/image" Target="../media/image202.png"/><Relationship Id="rId375" Type="http://schemas.openxmlformats.org/officeDocument/2006/relationships/image" Target="../media/image388.png"/><Relationship Id="rId396" Type="http://schemas.openxmlformats.org/officeDocument/2006/relationships/image" Target="../media/image409.png"/><Relationship Id="rId3" Type="http://schemas.openxmlformats.org/officeDocument/2006/relationships/notesSlide" Target="../notesSlides/notesSlide1.xml"/><Relationship Id="rId214" Type="http://schemas.openxmlformats.org/officeDocument/2006/relationships/image" Target="../media/image227.png"/><Relationship Id="rId235" Type="http://schemas.openxmlformats.org/officeDocument/2006/relationships/image" Target="../media/image248.png"/><Relationship Id="rId256" Type="http://schemas.openxmlformats.org/officeDocument/2006/relationships/image" Target="../media/image269.png"/><Relationship Id="rId277" Type="http://schemas.openxmlformats.org/officeDocument/2006/relationships/image" Target="../media/image290.png"/><Relationship Id="rId298" Type="http://schemas.openxmlformats.org/officeDocument/2006/relationships/image" Target="../media/image311.png"/><Relationship Id="rId400" Type="http://schemas.openxmlformats.org/officeDocument/2006/relationships/image" Target="../media/image413.png"/><Relationship Id="rId421" Type="http://schemas.openxmlformats.org/officeDocument/2006/relationships/image" Target="../media/image434.png"/><Relationship Id="rId442" Type="http://schemas.openxmlformats.org/officeDocument/2006/relationships/image" Target="../media/image455.png"/><Relationship Id="rId116" Type="http://schemas.openxmlformats.org/officeDocument/2006/relationships/image" Target="../media/image129.png"/><Relationship Id="rId137" Type="http://schemas.openxmlformats.org/officeDocument/2006/relationships/image" Target="../media/image150.png"/><Relationship Id="rId158" Type="http://schemas.openxmlformats.org/officeDocument/2006/relationships/image" Target="../media/image171.png"/><Relationship Id="rId302" Type="http://schemas.openxmlformats.org/officeDocument/2006/relationships/image" Target="../media/image315.png"/><Relationship Id="rId323" Type="http://schemas.openxmlformats.org/officeDocument/2006/relationships/image" Target="../media/image336.png"/><Relationship Id="rId344" Type="http://schemas.openxmlformats.org/officeDocument/2006/relationships/image" Target="../media/image357.png"/><Relationship Id="rId20" Type="http://schemas.openxmlformats.org/officeDocument/2006/relationships/image" Target="../media/image33.png"/><Relationship Id="rId41" Type="http://schemas.openxmlformats.org/officeDocument/2006/relationships/image" Target="../media/image54.png"/><Relationship Id="rId62" Type="http://schemas.openxmlformats.org/officeDocument/2006/relationships/image" Target="../media/image75.png"/><Relationship Id="rId83" Type="http://schemas.openxmlformats.org/officeDocument/2006/relationships/image" Target="../media/image96.png"/><Relationship Id="rId179" Type="http://schemas.openxmlformats.org/officeDocument/2006/relationships/image" Target="../media/image192.png"/><Relationship Id="rId365" Type="http://schemas.openxmlformats.org/officeDocument/2006/relationships/image" Target="../media/image378.png"/><Relationship Id="rId386" Type="http://schemas.openxmlformats.org/officeDocument/2006/relationships/image" Target="../media/image399.png"/><Relationship Id="rId190" Type="http://schemas.openxmlformats.org/officeDocument/2006/relationships/image" Target="../media/image203.png"/><Relationship Id="rId204" Type="http://schemas.openxmlformats.org/officeDocument/2006/relationships/image" Target="../media/image217.png"/><Relationship Id="rId225" Type="http://schemas.openxmlformats.org/officeDocument/2006/relationships/image" Target="../media/image238.png"/><Relationship Id="rId246" Type="http://schemas.openxmlformats.org/officeDocument/2006/relationships/image" Target="../media/image259.png"/><Relationship Id="rId267" Type="http://schemas.openxmlformats.org/officeDocument/2006/relationships/image" Target="../media/image280.png"/><Relationship Id="rId288" Type="http://schemas.openxmlformats.org/officeDocument/2006/relationships/image" Target="../media/image301.png"/><Relationship Id="rId411" Type="http://schemas.openxmlformats.org/officeDocument/2006/relationships/image" Target="../media/image424.png"/><Relationship Id="rId432" Type="http://schemas.openxmlformats.org/officeDocument/2006/relationships/image" Target="../media/image445.png"/><Relationship Id="rId106" Type="http://schemas.openxmlformats.org/officeDocument/2006/relationships/image" Target="../media/image119.png"/><Relationship Id="rId127" Type="http://schemas.openxmlformats.org/officeDocument/2006/relationships/image" Target="../media/image140.png"/><Relationship Id="rId313" Type="http://schemas.openxmlformats.org/officeDocument/2006/relationships/image" Target="../media/image326.png"/><Relationship Id="rId10" Type="http://schemas.openxmlformats.org/officeDocument/2006/relationships/image" Target="../media/image23.png"/><Relationship Id="rId31" Type="http://schemas.openxmlformats.org/officeDocument/2006/relationships/image" Target="../media/image44.png"/><Relationship Id="rId52" Type="http://schemas.openxmlformats.org/officeDocument/2006/relationships/image" Target="../media/image65.png"/><Relationship Id="rId73" Type="http://schemas.openxmlformats.org/officeDocument/2006/relationships/image" Target="../media/image86.png"/><Relationship Id="rId94" Type="http://schemas.openxmlformats.org/officeDocument/2006/relationships/image" Target="../media/image107.png"/><Relationship Id="rId148" Type="http://schemas.openxmlformats.org/officeDocument/2006/relationships/image" Target="../media/image161.png"/><Relationship Id="rId169" Type="http://schemas.openxmlformats.org/officeDocument/2006/relationships/image" Target="../media/image182.png"/><Relationship Id="rId334" Type="http://schemas.openxmlformats.org/officeDocument/2006/relationships/image" Target="../media/image347.png"/><Relationship Id="rId355" Type="http://schemas.openxmlformats.org/officeDocument/2006/relationships/image" Target="../media/image368.png"/><Relationship Id="rId376" Type="http://schemas.openxmlformats.org/officeDocument/2006/relationships/image" Target="../media/image389.png"/><Relationship Id="rId397" Type="http://schemas.openxmlformats.org/officeDocument/2006/relationships/image" Target="../media/image410.png"/><Relationship Id="rId4" Type="http://schemas.openxmlformats.org/officeDocument/2006/relationships/image" Target="../media/image17.jpeg"/><Relationship Id="rId180" Type="http://schemas.openxmlformats.org/officeDocument/2006/relationships/image" Target="../media/image193.png"/><Relationship Id="rId215" Type="http://schemas.openxmlformats.org/officeDocument/2006/relationships/image" Target="../media/image228.png"/><Relationship Id="rId236" Type="http://schemas.openxmlformats.org/officeDocument/2006/relationships/image" Target="../media/image249.png"/><Relationship Id="rId257" Type="http://schemas.openxmlformats.org/officeDocument/2006/relationships/image" Target="../media/image270.png"/><Relationship Id="rId278" Type="http://schemas.openxmlformats.org/officeDocument/2006/relationships/image" Target="../media/image291.png"/><Relationship Id="rId401" Type="http://schemas.openxmlformats.org/officeDocument/2006/relationships/image" Target="../media/image414.png"/><Relationship Id="rId422" Type="http://schemas.openxmlformats.org/officeDocument/2006/relationships/image" Target="../media/image435.png"/><Relationship Id="rId443" Type="http://schemas.openxmlformats.org/officeDocument/2006/relationships/image" Target="../media/image456.emf"/><Relationship Id="rId303" Type="http://schemas.openxmlformats.org/officeDocument/2006/relationships/image" Target="../media/image316.png"/><Relationship Id="rId42" Type="http://schemas.openxmlformats.org/officeDocument/2006/relationships/image" Target="../media/image55.png"/><Relationship Id="rId84" Type="http://schemas.openxmlformats.org/officeDocument/2006/relationships/image" Target="../media/image97.png"/><Relationship Id="rId138" Type="http://schemas.openxmlformats.org/officeDocument/2006/relationships/image" Target="../media/image151.png"/><Relationship Id="rId345" Type="http://schemas.openxmlformats.org/officeDocument/2006/relationships/image" Target="../media/image358.png"/><Relationship Id="rId387" Type="http://schemas.openxmlformats.org/officeDocument/2006/relationships/image" Target="../media/image400.png"/><Relationship Id="rId191" Type="http://schemas.openxmlformats.org/officeDocument/2006/relationships/image" Target="../media/image204.png"/><Relationship Id="rId205" Type="http://schemas.openxmlformats.org/officeDocument/2006/relationships/image" Target="../media/image218.png"/><Relationship Id="rId247" Type="http://schemas.openxmlformats.org/officeDocument/2006/relationships/image" Target="../media/image260.png"/><Relationship Id="rId412" Type="http://schemas.openxmlformats.org/officeDocument/2006/relationships/image" Target="../media/image425.png"/><Relationship Id="rId107" Type="http://schemas.openxmlformats.org/officeDocument/2006/relationships/image" Target="../media/image120.png"/><Relationship Id="rId289" Type="http://schemas.openxmlformats.org/officeDocument/2006/relationships/image" Target="../media/image302.png"/><Relationship Id="rId11" Type="http://schemas.openxmlformats.org/officeDocument/2006/relationships/image" Target="../media/image24.png"/><Relationship Id="rId53" Type="http://schemas.openxmlformats.org/officeDocument/2006/relationships/image" Target="../media/image66.png"/><Relationship Id="rId149" Type="http://schemas.openxmlformats.org/officeDocument/2006/relationships/image" Target="../media/image162.png"/><Relationship Id="rId314" Type="http://schemas.openxmlformats.org/officeDocument/2006/relationships/image" Target="../media/image327.png"/><Relationship Id="rId356" Type="http://schemas.openxmlformats.org/officeDocument/2006/relationships/image" Target="../media/image369.png"/><Relationship Id="rId398" Type="http://schemas.openxmlformats.org/officeDocument/2006/relationships/image" Target="../media/image411.png"/><Relationship Id="rId95" Type="http://schemas.openxmlformats.org/officeDocument/2006/relationships/image" Target="../media/image108.png"/><Relationship Id="rId160" Type="http://schemas.openxmlformats.org/officeDocument/2006/relationships/image" Target="../media/image173.png"/><Relationship Id="rId216" Type="http://schemas.openxmlformats.org/officeDocument/2006/relationships/image" Target="../media/image229.png"/><Relationship Id="rId423" Type="http://schemas.openxmlformats.org/officeDocument/2006/relationships/image" Target="../media/image436.png"/><Relationship Id="rId258" Type="http://schemas.openxmlformats.org/officeDocument/2006/relationships/image" Target="../media/image271.png"/><Relationship Id="rId22" Type="http://schemas.openxmlformats.org/officeDocument/2006/relationships/image" Target="../media/image35.png"/><Relationship Id="rId64" Type="http://schemas.openxmlformats.org/officeDocument/2006/relationships/image" Target="../media/image77.png"/><Relationship Id="rId118" Type="http://schemas.openxmlformats.org/officeDocument/2006/relationships/image" Target="../media/image131.png"/><Relationship Id="rId325" Type="http://schemas.openxmlformats.org/officeDocument/2006/relationships/image" Target="../media/image338.png"/><Relationship Id="rId367" Type="http://schemas.openxmlformats.org/officeDocument/2006/relationships/image" Target="../media/image380.png"/><Relationship Id="rId171" Type="http://schemas.openxmlformats.org/officeDocument/2006/relationships/image" Target="../media/image184.png"/><Relationship Id="rId227" Type="http://schemas.openxmlformats.org/officeDocument/2006/relationships/image" Target="../media/image240.png"/><Relationship Id="rId269" Type="http://schemas.openxmlformats.org/officeDocument/2006/relationships/image" Target="../media/image282.png"/><Relationship Id="rId434" Type="http://schemas.openxmlformats.org/officeDocument/2006/relationships/image" Target="../media/image447.emf"/><Relationship Id="rId33" Type="http://schemas.openxmlformats.org/officeDocument/2006/relationships/image" Target="../media/image46.png"/><Relationship Id="rId129" Type="http://schemas.openxmlformats.org/officeDocument/2006/relationships/image" Target="../media/image142.png"/><Relationship Id="rId280" Type="http://schemas.openxmlformats.org/officeDocument/2006/relationships/image" Target="../media/image293.png"/><Relationship Id="rId336" Type="http://schemas.openxmlformats.org/officeDocument/2006/relationships/image" Target="../media/image349.png"/><Relationship Id="rId75" Type="http://schemas.openxmlformats.org/officeDocument/2006/relationships/image" Target="../media/image88.png"/><Relationship Id="rId140" Type="http://schemas.openxmlformats.org/officeDocument/2006/relationships/image" Target="../media/image153.png"/><Relationship Id="rId182" Type="http://schemas.openxmlformats.org/officeDocument/2006/relationships/image" Target="../media/image195.png"/><Relationship Id="rId378" Type="http://schemas.openxmlformats.org/officeDocument/2006/relationships/image" Target="../media/image391.png"/><Relationship Id="rId403" Type="http://schemas.openxmlformats.org/officeDocument/2006/relationships/image" Target="../media/image416.png"/><Relationship Id="rId6" Type="http://schemas.openxmlformats.org/officeDocument/2006/relationships/image" Target="../media/image19.png"/><Relationship Id="rId238" Type="http://schemas.openxmlformats.org/officeDocument/2006/relationships/image" Target="../media/image251.png"/><Relationship Id="rId291" Type="http://schemas.openxmlformats.org/officeDocument/2006/relationships/image" Target="../media/image304.png"/><Relationship Id="rId305" Type="http://schemas.openxmlformats.org/officeDocument/2006/relationships/image" Target="../media/image318.png"/><Relationship Id="rId347" Type="http://schemas.openxmlformats.org/officeDocument/2006/relationships/image" Target="../media/image360.png"/><Relationship Id="rId44" Type="http://schemas.openxmlformats.org/officeDocument/2006/relationships/image" Target="../media/image57.png"/><Relationship Id="rId86" Type="http://schemas.openxmlformats.org/officeDocument/2006/relationships/image" Target="../media/image99.png"/><Relationship Id="rId151" Type="http://schemas.openxmlformats.org/officeDocument/2006/relationships/image" Target="../media/image164.png"/><Relationship Id="rId389" Type="http://schemas.openxmlformats.org/officeDocument/2006/relationships/image" Target="../media/image402.png"/><Relationship Id="rId193" Type="http://schemas.openxmlformats.org/officeDocument/2006/relationships/image" Target="../media/image206.png"/><Relationship Id="rId207" Type="http://schemas.openxmlformats.org/officeDocument/2006/relationships/image" Target="../media/image220.png"/><Relationship Id="rId249" Type="http://schemas.openxmlformats.org/officeDocument/2006/relationships/image" Target="../media/image262.png"/><Relationship Id="rId414" Type="http://schemas.openxmlformats.org/officeDocument/2006/relationships/image" Target="../media/image427.png"/><Relationship Id="rId13" Type="http://schemas.openxmlformats.org/officeDocument/2006/relationships/image" Target="../media/image26.png"/><Relationship Id="rId109" Type="http://schemas.openxmlformats.org/officeDocument/2006/relationships/image" Target="../media/image122.png"/><Relationship Id="rId260" Type="http://schemas.openxmlformats.org/officeDocument/2006/relationships/image" Target="../media/image273.png"/><Relationship Id="rId316" Type="http://schemas.openxmlformats.org/officeDocument/2006/relationships/image" Target="../media/image329.png"/><Relationship Id="rId55" Type="http://schemas.openxmlformats.org/officeDocument/2006/relationships/image" Target="../media/image68.png"/><Relationship Id="rId97" Type="http://schemas.openxmlformats.org/officeDocument/2006/relationships/image" Target="../media/image110.png"/><Relationship Id="rId120" Type="http://schemas.openxmlformats.org/officeDocument/2006/relationships/image" Target="../media/image133.png"/><Relationship Id="rId358" Type="http://schemas.openxmlformats.org/officeDocument/2006/relationships/image" Target="../media/image371.png"/><Relationship Id="rId162" Type="http://schemas.openxmlformats.org/officeDocument/2006/relationships/image" Target="../media/image175.png"/><Relationship Id="rId218" Type="http://schemas.openxmlformats.org/officeDocument/2006/relationships/image" Target="../media/image231.png"/><Relationship Id="rId425" Type="http://schemas.openxmlformats.org/officeDocument/2006/relationships/image" Target="../media/image438.png"/><Relationship Id="rId271" Type="http://schemas.openxmlformats.org/officeDocument/2006/relationships/image" Target="../media/image284.png"/><Relationship Id="rId24" Type="http://schemas.openxmlformats.org/officeDocument/2006/relationships/image" Target="../media/image37.png"/><Relationship Id="rId66" Type="http://schemas.openxmlformats.org/officeDocument/2006/relationships/image" Target="../media/image79.png"/><Relationship Id="rId131" Type="http://schemas.openxmlformats.org/officeDocument/2006/relationships/image" Target="../media/image144.png"/><Relationship Id="rId327" Type="http://schemas.openxmlformats.org/officeDocument/2006/relationships/image" Target="../media/image340.png"/><Relationship Id="rId369" Type="http://schemas.openxmlformats.org/officeDocument/2006/relationships/image" Target="../media/image382.png"/><Relationship Id="rId173" Type="http://schemas.openxmlformats.org/officeDocument/2006/relationships/image" Target="../media/image186.png"/><Relationship Id="rId229" Type="http://schemas.openxmlformats.org/officeDocument/2006/relationships/image" Target="../media/image242.png"/><Relationship Id="rId380" Type="http://schemas.openxmlformats.org/officeDocument/2006/relationships/image" Target="../media/image393.png"/><Relationship Id="rId436" Type="http://schemas.openxmlformats.org/officeDocument/2006/relationships/image" Target="../media/image449.jpeg"/><Relationship Id="rId240" Type="http://schemas.openxmlformats.org/officeDocument/2006/relationships/image" Target="../media/image253.png"/><Relationship Id="rId35" Type="http://schemas.openxmlformats.org/officeDocument/2006/relationships/image" Target="../media/image48.png"/><Relationship Id="rId77" Type="http://schemas.openxmlformats.org/officeDocument/2006/relationships/image" Target="../media/image90.png"/><Relationship Id="rId100" Type="http://schemas.openxmlformats.org/officeDocument/2006/relationships/image" Target="../media/image113.png"/><Relationship Id="rId282" Type="http://schemas.openxmlformats.org/officeDocument/2006/relationships/image" Target="../media/image295.png"/><Relationship Id="rId338" Type="http://schemas.openxmlformats.org/officeDocument/2006/relationships/image" Target="../media/image351.png"/><Relationship Id="rId8" Type="http://schemas.openxmlformats.org/officeDocument/2006/relationships/image" Target="../media/image21.png"/><Relationship Id="rId142" Type="http://schemas.openxmlformats.org/officeDocument/2006/relationships/image" Target="../media/image155.png"/><Relationship Id="rId184" Type="http://schemas.openxmlformats.org/officeDocument/2006/relationships/image" Target="../media/image197.png"/><Relationship Id="rId391" Type="http://schemas.openxmlformats.org/officeDocument/2006/relationships/image" Target="../media/image404.png"/><Relationship Id="rId405" Type="http://schemas.openxmlformats.org/officeDocument/2006/relationships/image" Target="../media/image418.png"/><Relationship Id="rId251" Type="http://schemas.openxmlformats.org/officeDocument/2006/relationships/image" Target="../media/image264.png"/><Relationship Id="rId46" Type="http://schemas.openxmlformats.org/officeDocument/2006/relationships/image" Target="../media/image59.png"/><Relationship Id="rId293" Type="http://schemas.openxmlformats.org/officeDocument/2006/relationships/image" Target="../media/image306.png"/><Relationship Id="rId307" Type="http://schemas.openxmlformats.org/officeDocument/2006/relationships/image" Target="../media/image320.png"/><Relationship Id="rId349" Type="http://schemas.openxmlformats.org/officeDocument/2006/relationships/image" Target="../media/image362.png"/><Relationship Id="rId88" Type="http://schemas.openxmlformats.org/officeDocument/2006/relationships/image" Target="../media/image101.png"/><Relationship Id="rId111" Type="http://schemas.openxmlformats.org/officeDocument/2006/relationships/image" Target="../media/image124.png"/><Relationship Id="rId153" Type="http://schemas.openxmlformats.org/officeDocument/2006/relationships/image" Target="../media/image166.png"/><Relationship Id="rId195" Type="http://schemas.openxmlformats.org/officeDocument/2006/relationships/image" Target="../media/image208.png"/><Relationship Id="rId209" Type="http://schemas.openxmlformats.org/officeDocument/2006/relationships/image" Target="../media/image222.png"/><Relationship Id="rId360" Type="http://schemas.openxmlformats.org/officeDocument/2006/relationships/image" Target="../media/image373.png"/><Relationship Id="rId416" Type="http://schemas.openxmlformats.org/officeDocument/2006/relationships/image" Target="../media/image429.png"/><Relationship Id="rId220" Type="http://schemas.openxmlformats.org/officeDocument/2006/relationships/image" Target="../media/image233.png"/><Relationship Id="rId15" Type="http://schemas.openxmlformats.org/officeDocument/2006/relationships/image" Target="../media/image28.png"/><Relationship Id="rId57" Type="http://schemas.openxmlformats.org/officeDocument/2006/relationships/image" Target="../media/image70.png"/><Relationship Id="rId262" Type="http://schemas.openxmlformats.org/officeDocument/2006/relationships/image" Target="../media/image275.png"/><Relationship Id="rId318" Type="http://schemas.openxmlformats.org/officeDocument/2006/relationships/image" Target="../media/image331.png"/><Relationship Id="rId99" Type="http://schemas.openxmlformats.org/officeDocument/2006/relationships/image" Target="../media/image112.png"/><Relationship Id="rId122" Type="http://schemas.openxmlformats.org/officeDocument/2006/relationships/image" Target="../media/image135.png"/><Relationship Id="rId164" Type="http://schemas.openxmlformats.org/officeDocument/2006/relationships/image" Target="../media/image177.png"/><Relationship Id="rId371" Type="http://schemas.openxmlformats.org/officeDocument/2006/relationships/image" Target="../media/image384.png"/><Relationship Id="rId427" Type="http://schemas.openxmlformats.org/officeDocument/2006/relationships/image" Target="../media/image440.png"/><Relationship Id="rId26" Type="http://schemas.openxmlformats.org/officeDocument/2006/relationships/image" Target="../media/image39.png"/><Relationship Id="rId231" Type="http://schemas.openxmlformats.org/officeDocument/2006/relationships/image" Target="../media/image244.png"/><Relationship Id="rId273" Type="http://schemas.openxmlformats.org/officeDocument/2006/relationships/image" Target="../media/image286.png"/><Relationship Id="rId329" Type="http://schemas.openxmlformats.org/officeDocument/2006/relationships/image" Target="../media/image342.png"/><Relationship Id="rId68" Type="http://schemas.openxmlformats.org/officeDocument/2006/relationships/image" Target="../media/image81.png"/><Relationship Id="rId133" Type="http://schemas.openxmlformats.org/officeDocument/2006/relationships/image" Target="../media/image146.png"/><Relationship Id="rId175" Type="http://schemas.openxmlformats.org/officeDocument/2006/relationships/image" Target="../media/image188.png"/><Relationship Id="rId340" Type="http://schemas.openxmlformats.org/officeDocument/2006/relationships/image" Target="../media/image353.png"/><Relationship Id="rId200" Type="http://schemas.openxmlformats.org/officeDocument/2006/relationships/image" Target="../media/image213.png"/><Relationship Id="rId382" Type="http://schemas.openxmlformats.org/officeDocument/2006/relationships/image" Target="../media/image395.png"/><Relationship Id="rId438" Type="http://schemas.openxmlformats.org/officeDocument/2006/relationships/image" Target="../media/image451.png"/><Relationship Id="rId242" Type="http://schemas.openxmlformats.org/officeDocument/2006/relationships/image" Target="../media/image255.png"/><Relationship Id="rId284" Type="http://schemas.openxmlformats.org/officeDocument/2006/relationships/image" Target="../media/image297.png"/><Relationship Id="rId37" Type="http://schemas.openxmlformats.org/officeDocument/2006/relationships/image" Target="../media/image50.png"/><Relationship Id="rId79" Type="http://schemas.openxmlformats.org/officeDocument/2006/relationships/image" Target="../media/image92.png"/><Relationship Id="rId102" Type="http://schemas.openxmlformats.org/officeDocument/2006/relationships/image" Target="../media/image115.png"/><Relationship Id="rId144" Type="http://schemas.openxmlformats.org/officeDocument/2006/relationships/image" Target="../media/image157.png"/><Relationship Id="rId90" Type="http://schemas.openxmlformats.org/officeDocument/2006/relationships/image" Target="../media/image103.png"/><Relationship Id="rId186" Type="http://schemas.openxmlformats.org/officeDocument/2006/relationships/image" Target="../media/image199.png"/><Relationship Id="rId351" Type="http://schemas.openxmlformats.org/officeDocument/2006/relationships/image" Target="../media/image364.png"/><Relationship Id="rId393" Type="http://schemas.openxmlformats.org/officeDocument/2006/relationships/image" Target="../media/image406.png"/><Relationship Id="rId407" Type="http://schemas.openxmlformats.org/officeDocument/2006/relationships/image" Target="../media/image420.png"/><Relationship Id="rId211" Type="http://schemas.openxmlformats.org/officeDocument/2006/relationships/image" Target="../media/image224.png"/><Relationship Id="rId253" Type="http://schemas.openxmlformats.org/officeDocument/2006/relationships/image" Target="../media/image266.png"/><Relationship Id="rId295" Type="http://schemas.openxmlformats.org/officeDocument/2006/relationships/image" Target="../media/image308.png"/><Relationship Id="rId309" Type="http://schemas.openxmlformats.org/officeDocument/2006/relationships/image" Target="../media/image322.png"/><Relationship Id="rId48" Type="http://schemas.openxmlformats.org/officeDocument/2006/relationships/image" Target="../media/image61.png"/><Relationship Id="rId113" Type="http://schemas.openxmlformats.org/officeDocument/2006/relationships/image" Target="../media/image126.png"/><Relationship Id="rId320" Type="http://schemas.openxmlformats.org/officeDocument/2006/relationships/image" Target="../media/image333.png"/><Relationship Id="rId155" Type="http://schemas.openxmlformats.org/officeDocument/2006/relationships/image" Target="../media/image168.png"/><Relationship Id="rId197" Type="http://schemas.openxmlformats.org/officeDocument/2006/relationships/image" Target="../media/image210.png"/><Relationship Id="rId362" Type="http://schemas.openxmlformats.org/officeDocument/2006/relationships/image" Target="../media/image375.png"/><Relationship Id="rId418" Type="http://schemas.openxmlformats.org/officeDocument/2006/relationships/image" Target="../media/image431.png"/><Relationship Id="rId222" Type="http://schemas.openxmlformats.org/officeDocument/2006/relationships/image" Target="../media/image235.png"/><Relationship Id="rId264" Type="http://schemas.openxmlformats.org/officeDocument/2006/relationships/image" Target="../media/image277.png"/><Relationship Id="rId17" Type="http://schemas.openxmlformats.org/officeDocument/2006/relationships/image" Target="../media/image30.png"/><Relationship Id="rId59" Type="http://schemas.openxmlformats.org/officeDocument/2006/relationships/image" Target="../media/image72.png"/><Relationship Id="rId124" Type="http://schemas.openxmlformats.org/officeDocument/2006/relationships/image" Target="../media/image137.png"/><Relationship Id="rId70" Type="http://schemas.openxmlformats.org/officeDocument/2006/relationships/image" Target="../media/image83.png"/><Relationship Id="rId166" Type="http://schemas.openxmlformats.org/officeDocument/2006/relationships/image" Target="../media/image179.png"/><Relationship Id="rId331" Type="http://schemas.openxmlformats.org/officeDocument/2006/relationships/image" Target="../media/image344.png"/><Relationship Id="rId373" Type="http://schemas.openxmlformats.org/officeDocument/2006/relationships/image" Target="../media/image386.png"/><Relationship Id="rId429" Type="http://schemas.openxmlformats.org/officeDocument/2006/relationships/image" Target="../media/image442.png"/><Relationship Id="rId1" Type="http://schemas.openxmlformats.org/officeDocument/2006/relationships/tags" Target="../tags/tag1.xml"/><Relationship Id="rId233" Type="http://schemas.openxmlformats.org/officeDocument/2006/relationships/image" Target="../media/image246.png"/><Relationship Id="rId440" Type="http://schemas.openxmlformats.org/officeDocument/2006/relationships/image" Target="../media/image453.png"/><Relationship Id="rId28" Type="http://schemas.openxmlformats.org/officeDocument/2006/relationships/image" Target="../media/image41.png"/><Relationship Id="rId275" Type="http://schemas.openxmlformats.org/officeDocument/2006/relationships/image" Target="../media/image288.png"/><Relationship Id="rId300" Type="http://schemas.openxmlformats.org/officeDocument/2006/relationships/image" Target="../media/image313.png"/><Relationship Id="rId81" Type="http://schemas.openxmlformats.org/officeDocument/2006/relationships/image" Target="../media/image94.png"/><Relationship Id="rId135" Type="http://schemas.openxmlformats.org/officeDocument/2006/relationships/image" Target="../media/image148.png"/><Relationship Id="rId177" Type="http://schemas.openxmlformats.org/officeDocument/2006/relationships/image" Target="../media/image190.png"/><Relationship Id="rId342" Type="http://schemas.openxmlformats.org/officeDocument/2006/relationships/image" Target="../media/image355.png"/><Relationship Id="rId384" Type="http://schemas.openxmlformats.org/officeDocument/2006/relationships/image" Target="../media/image39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3.png"/><Relationship Id="rId13" Type="http://schemas.openxmlformats.org/officeDocument/2006/relationships/image" Target="../media/image468.png"/><Relationship Id="rId3" Type="http://schemas.openxmlformats.org/officeDocument/2006/relationships/image" Target="../media/image458.png"/><Relationship Id="rId7" Type="http://schemas.openxmlformats.org/officeDocument/2006/relationships/image" Target="../media/image462.png"/><Relationship Id="rId12" Type="http://schemas.openxmlformats.org/officeDocument/2006/relationships/image" Target="../media/image467.emf"/><Relationship Id="rId2" Type="http://schemas.openxmlformats.org/officeDocument/2006/relationships/image" Target="../media/image45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1.png"/><Relationship Id="rId11" Type="http://schemas.openxmlformats.org/officeDocument/2006/relationships/image" Target="../media/image466.emf"/><Relationship Id="rId5" Type="http://schemas.openxmlformats.org/officeDocument/2006/relationships/image" Target="../media/image460.jpeg"/><Relationship Id="rId15" Type="http://schemas.openxmlformats.org/officeDocument/2006/relationships/image" Target="../media/image470.emf"/><Relationship Id="rId10" Type="http://schemas.openxmlformats.org/officeDocument/2006/relationships/image" Target="../media/image465.png"/><Relationship Id="rId4" Type="http://schemas.openxmlformats.org/officeDocument/2006/relationships/image" Target="../media/image459.png"/><Relationship Id="rId9" Type="http://schemas.openxmlformats.org/officeDocument/2006/relationships/image" Target="../media/image464.png"/><Relationship Id="rId14" Type="http://schemas.openxmlformats.org/officeDocument/2006/relationships/image" Target="../media/image46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4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67599" y="2847050"/>
            <a:ext cx="1015200" cy="2170800"/>
          </a:xfrm>
          <a:prstGeom prst="rect">
            <a:avLst/>
          </a:prstGeom>
        </p:spPr>
      </p:pic>
      <p:pic>
        <p:nvPicPr>
          <p:cNvPr id="10" name="图片 9" descr="f8_17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752277" y="2847050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0" name="图片 19" descr="图片9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7212897" y="2847050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3" name="图片 12" descr="f8_17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2598737" y="2847050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图片 3" descr="图片1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8366437" y="2847050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" name="图片 1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4905817" y="2847050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图片 4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6059357" y="2847050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2" name="图片 21" descr="17"/>
          <p:cNvPicPr preferRelativeResize="0"/>
          <p:nvPr/>
        </p:nvPicPr>
        <p:blipFill>
          <a:blip r:embed="rId9"/>
          <a:stretch>
            <a:fillRect/>
          </a:stretch>
        </p:blipFill>
        <p:spPr>
          <a:xfrm>
            <a:off x="167599" y="599177"/>
            <a:ext cx="1015200" cy="2170800"/>
          </a:xfrm>
          <a:prstGeom prst="rect">
            <a:avLst/>
          </a:prstGeom>
        </p:spPr>
      </p:pic>
      <p:pic>
        <p:nvPicPr>
          <p:cNvPr id="27" name="图片 26" descr="图片60"/>
          <p:cNvPicPr preferRelativeResize="0"/>
          <p:nvPr/>
        </p:nvPicPr>
        <p:blipFill>
          <a:blip r:embed="rId10"/>
          <a:stretch>
            <a:fillRect/>
          </a:stretch>
        </p:blipFill>
        <p:spPr>
          <a:xfrm>
            <a:off x="2592352" y="599177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9" name="图片 28" descr="图片66"/>
          <p:cNvPicPr preferRelativeResize="0"/>
          <p:nvPr/>
        </p:nvPicPr>
        <p:blipFill>
          <a:blip r:embed="rId11"/>
          <a:stretch>
            <a:fillRect/>
          </a:stretch>
        </p:blipFill>
        <p:spPr>
          <a:xfrm>
            <a:off x="3747169" y="599177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0" name="图片 29" descr="图片2"/>
          <p:cNvPicPr preferRelativeResize="0"/>
          <p:nvPr/>
        </p:nvPicPr>
        <p:blipFill>
          <a:blip r:embed="rId12"/>
          <a:stretch>
            <a:fillRect/>
          </a:stretch>
        </p:blipFill>
        <p:spPr>
          <a:xfrm>
            <a:off x="8366437" y="599177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2" name="图片 31" descr="图片65"/>
          <p:cNvPicPr preferRelativeResize="0"/>
          <p:nvPr/>
        </p:nvPicPr>
        <p:blipFill>
          <a:blip r:embed="rId13"/>
          <a:stretch>
            <a:fillRect/>
          </a:stretch>
        </p:blipFill>
        <p:spPr>
          <a:xfrm>
            <a:off x="7211620" y="599177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3" name="图片 32"/>
          <p:cNvPicPr preferRelativeResize="0"/>
          <p:nvPr/>
        </p:nvPicPr>
        <p:blipFill>
          <a:blip r:embed="rId14"/>
          <a:stretch>
            <a:fillRect/>
          </a:stretch>
        </p:blipFill>
        <p:spPr>
          <a:xfrm>
            <a:off x="6056803" y="599177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4" name="图片 33"/>
          <p:cNvPicPr preferRelativeResize="0"/>
          <p:nvPr/>
        </p:nvPicPr>
        <p:blipFill>
          <a:blip r:embed="rId15"/>
          <a:stretch>
            <a:fillRect/>
          </a:stretch>
        </p:blipFill>
        <p:spPr>
          <a:xfrm>
            <a:off x="4901986" y="599177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图片 5" descr="图片3"/>
          <p:cNvPicPr/>
          <p:nvPr/>
        </p:nvPicPr>
        <p:blipFill>
          <a:blip r:embed="rId16"/>
          <a:stretch>
            <a:fillRect/>
          </a:stretch>
        </p:blipFill>
        <p:spPr>
          <a:xfrm>
            <a:off x="1278304" y="599177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图片 6" descr="图片4"/>
          <p:cNvPicPr/>
          <p:nvPr/>
        </p:nvPicPr>
        <p:blipFill>
          <a:blip r:embed="rId17"/>
          <a:stretch>
            <a:fillRect/>
          </a:stretch>
        </p:blipFill>
        <p:spPr>
          <a:xfrm>
            <a:off x="1278304" y="2847050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9" name="文本框 18"/>
          <p:cNvSpPr txBox="1"/>
          <p:nvPr/>
        </p:nvSpPr>
        <p:spPr>
          <a:xfrm>
            <a:off x="136069" y="5041030"/>
            <a:ext cx="9398536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zh-CN" sz="1200" dirty="0" smtClean="0">
                <a:latin typeface="Times New Roman" panose="02020603050405020304" charset="0"/>
                <a:cs typeface="Times New Roman" panose="02020603050405020304" charset="0"/>
              </a:rPr>
              <a:t>  (a) Original trunk &amp; the annotation        (b) DeepSVDD        (c) RDOCC      (d) </a:t>
            </a:r>
            <a:r>
              <a:rPr lang="en-US" altLang="zh-CN" sz="1200" dirty="0">
                <a:latin typeface="Times New Roman" panose="02020603050405020304" charset="0"/>
                <a:cs typeface="Times New Roman" panose="02020603050405020304" charset="0"/>
              </a:rPr>
              <a:t>PCC-YOLO           </a:t>
            </a:r>
            <a:r>
              <a:rPr lang="en-US" altLang="zh-CN" sz="1200" dirty="0" smtClean="0">
                <a:latin typeface="Times New Roman" panose="02020603050405020304" charset="0"/>
                <a:cs typeface="Times New Roman" panose="02020603050405020304" charset="0"/>
              </a:rPr>
              <a:t>(e)Y3TM          (f) Trunk-Net     (g) Our TrunkOCC</a:t>
            </a:r>
            <a:endParaRPr lang="zh-CN" alt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748010" y="31623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1" name="图片 40" descr="142"/>
          <p:cNvPicPr preferRelativeResize="0"/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20676" y="688975"/>
            <a:ext cx="1015200" cy="2170800"/>
          </a:xfrm>
          <a:prstGeom prst="rect">
            <a:avLst/>
          </a:prstGeom>
        </p:spPr>
      </p:pic>
      <p:pic>
        <p:nvPicPr>
          <p:cNvPr id="197" name="图片 196" descr="notree_1_10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61950" y="35836860"/>
            <a:ext cx="38100" cy="38100"/>
          </a:xfrm>
          <a:prstGeom prst="rect">
            <a:avLst/>
          </a:prstGeom>
        </p:spPr>
      </p:pic>
      <p:pic>
        <p:nvPicPr>
          <p:cNvPr id="198" name="图片 197" descr="notree_1_10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79450" y="36154360"/>
            <a:ext cx="38100" cy="38100"/>
          </a:xfrm>
          <a:prstGeom prst="rect">
            <a:avLst/>
          </a:prstGeom>
        </p:spPr>
      </p:pic>
      <p:pic>
        <p:nvPicPr>
          <p:cNvPr id="199" name="图片 198" descr="notree_1_10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96950" y="36429950"/>
            <a:ext cx="38100" cy="38100"/>
          </a:xfrm>
          <a:prstGeom prst="rect">
            <a:avLst/>
          </a:prstGeom>
        </p:spPr>
      </p:pic>
      <p:pic>
        <p:nvPicPr>
          <p:cNvPr id="200" name="图片 199" descr="notree_1_10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4450" y="36747450"/>
            <a:ext cx="38100" cy="38100"/>
          </a:xfrm>
          <a:prstGeom prst="rect">
            <a:avLst/>
          </a:prstGeom>
        </p:spPr>
      </p:pic>
      <p:pic>
        <p:nvPicPr>
          <p:cNvPr id="201" name="图片 200" descr="notree_1_10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731950" y="37064950"/>
            <a:ext cx="38100" cy="38100"/>
          </a:xfrm>
          <a:prstGeom prst="rect">
            <a:avLst/>
          </a:prstGeom>
        </p:spPr>
      </p:pic>
      <p:pic>
        <p:nvPicPr>
          <p:cNvPr id="202" name="图片 201" descr="notree_1_10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049450" y="37382450"/>
            <a:ext cx="38100" cy="38100"/>
          </a:xfrm>
          <a:prstGeom prst="rect">
            <a:avLst/>
          </a:prstGeom>
        </p:spPr>
      </p:pic>
      <p:pic>
        <p:nvPicPr>
          <p:cNvPr id="203" name="图片 202" descr="notree_1_10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366950" y="37699950"/>
            <a:ext cx="38100" cy="38100"/>
          </a:xfrm>
          <a:prstGeom prst="rect">
            <a:avLst/>
          </a:prstGeom>
        </p:spPr>
      </p:pic>
      <p:pic>
        <p:nvPicPr>
          <p:cNvPr id="204" name="图片 203" descr="notree_1_1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684450" y="38017450"/>
            <a:ext cx="38100" cy="38100"/>
          </a:xfrm>
          <a:prstGeom prst="rect">
            <a:avLst/>
          </a:prstGeom>
        </p:spPr>
      </p:pic>
      <p:pic>
        <p:nvPicPr>
          <p:cNvPr id="205" name="图片 204" descr="notree_1_11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001950" y="38334950"/>
            <a:ext cx="38100" cy="38100"/>
          </a:xfrm>
          <a:prstGeom prst="rect">
            <a:avLst/>
          </a:prstGeom>
        </p:spPr>
      </p:pic>
      <p:pic>
        <p:nvPicPr>
          <p:cNvPr id="206" name="图片 205" descr="notree_1_11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319450" y="38652450"/>
            <a:ext cx="38100" cy="38100"/>
          </a:xfrm>
          <a:prstGeom prst="rect">
            <a:avLst/>
          </a:prstGeom>
        </p:spPr>
      </p:pic>
      <p:pic>
        <p:nvPicPr>
          <p:cNvPr id="207" name="图片 206" descr="notree_1_11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636950" y="38969950"/>
            <a:ext cx="38100" cy="38100"/>
          </a:xfrm>
          <a:prstGeom prst="rect">
            <a:avLst/>
          </a:prstGeom>
        </p:spPr>
      </p:pic>
      <p:pic>
        <p:nvPicPr>
          <p:cNvPr id="208" name="图片 207" descr="notree_1_11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954450" y="39287450"/>
            <a:ext cx="38100" cy="38100"/>
          </a:xfrm>
          <a:prstGeom prst="rect">
            <a:avLst/>
          </a:prstGeom>
        </p:spPr>
      </p:pic>
      <p:pic>
        <p:nvPicPr>
          <p:cNvPr id="209" name="图片 208" descr="notree_1_11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2271950" y="39604950"/>
            <a:ext cx="38100" cy="38100"/>
          </a:xfrm>
          <a:prstGeom prst="rect">
            <a:avLst/>
          </a:prstGeom>
        </p:spPr>
      </p:pic>
      <p:pic>
        <p:nvPicPr>
          <p:cNvPr id="210" name="图片 209" descr="notree_1_11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2589450" y="39922450"/>
            <a:ext cx="38100" cy="38100"/>
          </a:xfrm>
          <a:prstGeom prst="rect">
            <a:avLst/>
          </a:prstGeom>
        </p:spPr>
      </p:pic>
      <p:pic>
        <p:nvPicPr>
          <p:cNvPr id="211" name="图片 210" descr="notree_1_117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2906950" y="40239950"/>
            <a:ext cx="38100" cy="38100"/>
          </a:xfrm>
          <a:prstGeom prst="rect">
            <a:avLst/>
          </a:prstGeom>
        </p:spPr>
      </p:pic>
      <p:pic>
        <p:nvPicPr>
          <p:cNvPr id="212" name="图片 211" descr="notree_1_118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3224450" y="40557450"/>
            <a:ext cx="38100" cy="38100"/>
          </a:xfrm>
          <a:prstGeom prst="rect">
            <a:avLst/>
          </a:prstGeom>
        </p:spPr>
      </p:pic>
      <p:pic>
        <p:nvPicPr>
          <p:cNvPr id="213" name="图片 212" descr="notree_1_119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3541950" y="40874950"/>
            <a:ext cx="38100" cy="38100"/>
          </a:xfrm>
          <a:prstGeom prst="rect">
            <a:avLst/>
          </a:prstGeom>
        </p:spPr>
      </p:pic>
      <p:pic>
        <p:nvPicPr>
          <p:cNvPr id="214" name="图片 213" descr="notree_1_120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3859450" y="41192450"/>
            <a:ext cx="38100" cy="38100"/>
          </a:xfrm>
          <a:prstGeom prst="rect">
            <a:avLst/>
          </a:prstGeom>
        </p:spPr>
      </p:pic>
      <p:pic>
        <p:nvPicPr>
          <p:cNvPr id="215" name="图片 214" descr="notree_1_121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4176950" y="41509950"/>
            <a:ext cx="38100" cy="38100"/>
          </a:xfrm>
          <a:prstGeom prst="rect">
            <a:avLst/>
          </a:prstGeom>
        </p:spPr>
      </p:pic>
      <p:pic>
        <p:nvPicPr>
          <p:cNvPr id="216" name="图片 215" descr="notree_1_122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4494450" y="41827450"/>
            <a:ext cx="38100" cy="38100"/>
          </a:xfrm>
          <a:prstGeom prst="rect">
            <a:avLst/>
          </a:prstGeom>
        </p:spPr>
      </p:pic>
      <p:pic>
        <p:nvPicPr>
          <p:cNvPr id="217" name="图片 216" descr="notree_1_123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4811950" y="42144950"/>
            <a:ext cx="38100" cy="38100"/>
          </a:xfrm>
          <a:prstGeom prst="rect">
            <a:avLst/>
          </a:prstGeom>
        </p:spPr>
      </p:pic>
      <p:pic>
        <p:nvPicPr>
          <p:cNvPr id="218" name="图片 217" descr="notree_1_124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5129450" y="42462450"/>
            <a:ext cx="38100" cy="38100"/>
          </a:xfrm>
          <a:prstGeom prst="rect">
            <a:avLst/>
          </a:prstGeom>
        </p:spPr>
      </p:pic>
      <p:pic>
        <p:nvPicPr>
          <p:cNvPr id="219" name="图片 218" descr="notree_1_125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5446950" y="42779950"/>
            <a:ext cx="38100" cy="38100"/>
          </a:xfrm>
          <a:prstGeom prst="rect">
            <a:avLst/>
          </a:prstGeom>
        </p:spPr>
      </p:pic>
      <p:pic>
        <p:nvPicPr>
          <p:cNvPr id="220" name="图片 219" descr="notree_1_126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5764450" y="43097450"/>
            <a:ext cx="38100" cy="38100"/>
          </a:xfrm>
          <a:prstGeom prst="rect">
            <a:avLst/>
          </a:prstGeom>
        </p:spPr>
      </p:pic>
      <p:pic>
        <p:nvPicPr>
          <p:cNvPr id="221" name="图片 220" descr="notree_1_127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6081950" y="43414950"/>
            <a:ext cx="38100" cy="38100"/>
          </a:xfrm>
          <a:prstGeom prst="rect">
            <a:avLst/>
          </a:prstGeom>
        </p:spPr>
      </p:pic>
      <p:pic>
        <p:nvPicPr>
          <p:cNvPr id="222" name="图片 221" descr="notree_1_128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6399450" y="43732450"/>
            <a:ext cx="38100" cy="38100"/>
          </a:xfrm>
          <a:prstGeom prst="rect">
            <a:avLst/>
          </a:prstGeom>
        </p:spPr>
      </p:pic>
      <p:pic>
        <p:nvPicPr>
          <p:cNvPr id="223" name="图片 222" descr="notree_1_129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6716950" y="44049950"/>
            <a:ext cx="38100" cy="38100"/>
          </a:xfrm>
          <a:prstGeom prst="rect">
            <a:avLst/>
          </a:prstGeom>
        </p:spPr>
      </p:pic>
      <p:pic>
        <p:nvPicPr>
          <p:cNvPr id="224" name="图片 223" descr="notree_1_130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7034450" y="44367450"/>
            <a:ext cx="38100" cy="38100"/>
          </a:xfrm>
          <a:prstGeom prst="rect">
            <a:avLst/>
          </a:prstGeom>
        </p:spPr>
      </p:pic>
      <p:pic>
        <p:nvPicPr>
          <p:cNvPr id="225" name="图片 224" descr="notree_1_131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7351950" y="44684950"/>
            <a:ext cx="38100" cy="38100"/>
          </a:xfrm>
          <a:prstGeom prst="rect">
            <a:avLst/>
          </a:prstGeom>
        </p:spPr>
      </p:pic>
      <p:pic>
        <p:nvPicPr>
          <p:cNvPr id="226" name="图片 225" descr="notree_1_132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7669450" y="45002450"/>
            <a:ext cx="38100" cy="38100"/>
          </a:xfrm>
          <a:prstGeom prst="rect">
            <a:avLst/>
          </a:prstGeom>
        </p:spPr>
      </p:pic>
      <p:pic>
        <p:nvPicPr>
          <p:cNvPr id="227" name="图片 226" descr="notree_1_133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7986950" y="45319950"/>
            <a:ext cx="38100" cy="38100"/>
          </a:xfrm>
          <a:prstGeom prst="rect">
            <a:avLst/>
          </a:prstGeom>
        </p:spPr>
      </p:pic>
      <p:pic>
        <p:nvPicPr>
          <p:cNvPr id="228" name="图片 227" descr="notree_1_134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8304450" y="45637450"/>
            <a:ext cx="38100" cy="38100"/>
          </a:xfrm>
          <a:prstGeom prst="rect">
            <a:avLst/>
          </a:prstGeom>
        </p:spPr>
      </p:pic>
      <p:pic>
        <p:nvPicPr>
          <p:cNvPr id="229" name="图片 228" descr="notree_1_135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8621950" y="45954950"/>
            <a:ext cx="38100" cy="38100"/>
          </a:xfrm>
          <a:prstGeom prst="rect">
            <a:avLst/>
          </a:prstGeom>
        </p:spPr>
      </p:pic>
      <p:pic>
        <p:nvPicPr>
          <p:cNvPr id="230" name="图片 229" descr="notree_1_136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48939450" y="46272450"/>
            <a:ext cx="38100" cy="38100"/>
          </a:xfrm>
          <a:prstGeom prst="rect">
            <a:avLst/>
          </a:prstGeom>
        </p:spPr>
      </p:pic>
      <p:pic>
        <p:nvPicPr>
          <p:cNvPr id="231" name="图片 230" descr="notree_1_137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49256950" y="46589950"/>
            <a:ext cx="38100" cy="38100"/>
          </a:xfrm>
          <a:prstGeom prst="rect">
            <a:avLst/>
          </a:prstGeom>
        </p:spPr>
      </p:pic>
      <p:pic>
        <p:nvPicPr>
          <p:cNvPr id="232" name="图片 231" descr="notree_1_138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49574450" y="46907450"/>
            <a:ext cx="38100" cy="38100"/>
          </a:xfrm>
          <a:prstGeom prst="rect">
            <a:avLst/>
          </a:prstGeom>
        </p:spPr>
      </p:pic>
      <p:pic>
        <p:nvPicPr>
          <p:cNvPr id="233" name="图片 232" descr="notree_1_139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49891950" y="47224950"/>
            <a:ext cx="38100" cy="38100"/>
          </a:xfrm>
          <a:prstGeom prst="rect">
            <a:avLst/>
          </a:prstGeom>
        </p:spPr>
      </p:pic>
      <p:pic>
        <p:nvPicPr>
          <p:cNvPr id="234" name="图片 233" descr="notree_1_140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0209450" y="47542450"/>
            <a:ext cx="38100" cy="38100"/>
          </a:xfrm>
          <a:prstGeom prst="rect">
            <a:avLst/>
          </a:prstGeom>
        </p:spPr>
      </p:pic>
      <p:pic>
        <p:nvPicPr>
          <p:cNvPr id="235" name="图片 234" descr="notree_1_141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0526950" y="47859950"/>
            <a:ext cx="38100" cy="38100"/>
          </a:xfrm>
          <a:prstGeom prst="rect">
            <a:avLst/>
          </a:prstGeom>
        </p:spPr>
      </p:pic>
      <p:pic>
        <p:nvPicPr>
          <p:cNvPr id="236" name="图片 235" descr="notree_1_142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50844450" y="48177450"/>
            <a:ext cx="38100" cy="38100"/>
          </a:xfrm>
          <a:prstGeom prst="rect">
            <a:avLst/>
          </a:prstGeom>
        </p:spPr>
      </p:pic>
      <p:pic>
        <p:nvPicPr>
          <p:cNvPr id="237" name="图片 236" descr="notree_1_143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51161950" y="48494950"/>
            <a:ext cx="38100" cy="38100"/>
          </a:xfrm>
          <a:prstGeom prst="rect">
            <a:avLst/>
          </a:prstGeom>
        </p:spPr>
      </p:pic>
      <p:pic>
        <p:nvPicPr>
          <p:cNvPr id="238" name="图片 237" descr="notree_1_144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51479450" y="48812450"/>
            <a:ext cx="38100" cy="38100"/>
          </a:xfrm>
          <a:prstGeom prst="rect">
            <a:avLst/>
          </a:prstGeom>
        </p:spPr>
      </p:pic>
      <p:pic>
        <p:nvPicPr>
          <p:cNvPr id="239" name="图片 238" descr="notree_1_145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51796950" y="49129950"/>
            <a:ext cx="38100" cy="38100"/>
          </a:xfrm>
          <a:prstGeom prst="rect">
            <a:avLst/>
          </a:prstGeom>
        </p:spPr>
      </p:pic>
      <p:pic>
        <p:nvPicPr>
          <p:cNvPr id="240" name="图片 239" descr="notree_1_146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52114450" y="49447450"/>
            <a:ext cx="38100" cy="38100"/>
          </a:xfrm>
          <a:prstGeom prst="rect">
            <a:avLst/>
          </a:prstGeom>
        </p:spPr>
      </p:pic>
      <p:pic>
        <p:nvPicPr>
          <p:cNvPr id="241" name="图片 240" descr="notree_1_147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52431950" y="49764950"/>
            <a:ext cx="38100" cy="38100"/>
          </a:xfrm>
          <a:prstGeom prst="rect">
            <a:avLst/>
          </a:prstGeom>
        </p:spPr>
      </p:pic>
      <p:pic>
        <p:nvPicPr>
          <p:cNvPr id="242" name="图片 241" descr="notree_1_148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52749450" y="50082450"/>
            <a:ext cx="38100" cy="38100"/>
          </a:xfrm>
          <a:prstGeom prst="rect">
            <a:avLst/>
          </a:prstGeom>
        </p:spPr>
      </p:pic>
      <p:pic>
        <p:nvPicPr>
          <p:cNvPr id="243" name="图片 242" descr="notree_1_149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53066950" y="50399950"/>
            <a:ext cx="38100" cy="38100"/>
          </a:xfrm>
          <a:prstGeom prst="rect">
            <a:avLst/>
          </a:prstGeom>
        </p:spPr>
      </p:pic>
      <p:pic>
        <p:nvPicPr>
          <p:cNvPr id="244" name="图片 243" descr="notree_1_150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53384450" y="50717450"/>
            <a:ext cx="38100" cy="38100"/>
          </a:xfrm>
          <a:prstGeom prst="rect">
            <a:avLst/>
          </a:prstGeom>
        </p:spPr>
      </p:pic>
      <p:pic>
        <p:nvPicPr>
          <p:cNvPr id="245" name="图片 244" descr="notree_1_151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53701950" y="51034950"/>
            <a:ext cx="38100" cy="38100"/>
          </a:xfrm>
          <a:prstGeom prst="rect">
            <a:avLst/>
          </a:prstGeom>
        </p:spPr>
      </p:pic>
      <p:pic>
        <p:nvPicPr>
          <p:cNvPr id="246" name="图片 245" descr="notree_1_152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54019450" y="51352450"/>
            <a:ext cx="38100" cy="38100"/>
          </a:xfrm>
          <a:prstGeom prst="rect">
            <a:avLst/>
          </a:prstGeom>
        </p:spPr>
      </p:pic>
      <p:pic>
        <p:nvPicPr>
          <p:cNvPr id="247" name="图片 246" descr="notree_1_153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54336950" y="51669950"/>
            <a:ext cx="38100" cy="38100"/>
          </a:xfrm>
          <a:prstGeom prst="rect">
            <a:avLst/>
          </a:prstGeom>
        </p:spPr>
      </p:pic>
      <p:pic>
        <p:nvPicPr>
          <p:cNvPr id="248" name="图片 247" descr="notree_1_154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54654450" y="51987450"/>
            <a:ext cx="38100" cy="38100"/>
          </a:xfrm>
          <a:prstGeom prst="rect">
            <a:avLst/>
          </a:prstGeom>
        </p:spPr>
      </p:pic>
      <p:pic>
        <p:nvPicPr>
          <p:cNvPr id="249" name="图片 248" descr="notree_1_155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54971950" y="52304950"/>
            <a:ext cx="38100" cy="38100"/>
          </a:xfrm>
          <a:prstGeom prst="rect">
            <a:avLst/>
          </a:prstGeom>
        </p:spPr>
      </p:pic>
      <p:pic>
        <p:nvPicPr>
          <p:cNvPr id="250" name="图片 249" descr="notree_1_156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55289450" y="52622450"/>
            <a:ext cx="38100" cy="38100"/>
          </a:xfrm>
          <a:prstGeom prst="rect">
            <a:avLst/>
          </a:prstGeom>
        </p:spPr>
      </p:pic>
      <p:pic>
        <p:nvPicPr>
          <p:cNvPr id="251" name="图片 250" descr="notree_1_157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55606950" y="52939950"/>
            <a:ext cx="38100" cy="38100"/>
          </a:xfrm>
          <a:prstGeom prst="rect">
            <a:avLst/>
          </a:prstGeom>
        </p:spPr>
      </p:pic>
      <p:pic>
        <p:nvPicPr>
          <p:cNvPr id="252" name="图片 251" descr="notree_1_158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55924450" y="53257450"/>
            <a:ext cx="38100" cy="38100"/>
          </a:xfrm>
          <a:prstGeom prst="rect">
            <a:avLst/>
          </a:prstGeom>
        </p:spPr>
      </p:pic>
      <p:pic>
        <p:nvPicPr>
          <p:cNvPr id="253" name="图片 252" descr="notree_1_159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56241950" y="53574950"/>
            <a:ext cx="38100" cy="38100"/>
          </a:xfrm>
          <a:prstGeom prst="rect">
            <a:avLst/>
          </a:prstGeom>
        </p:spPr>
      </p:pic>
      <p:pic>
        <p:nvPicPr>
          <p:cNvPr id="254" name="图片 253" descr="notree_1_160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56559450" y="53892450"/>
            <a:ext cx="38100" cy="38100"/>
          </a:xfrm>
          <a:prstGeom prst="rect">
            <a:avLst/>
          </a:prstGeom>
        </p:spPr>
      </p:pic>
      <p:pic>
        <p:nvPicPr>
          <p:cNvPr id="255" name="图片 254" descr="notree_1_161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56876950" y="54209950"/>
            <a:ext cx="38100" cy="38100"/>
          </a:xfrm>
          <a:prstGeom prst="rect">
            <a:avLst/>
          </a:prstGeom>
        </p:spPr>
      </p:pic>
      <p:pic>
        <p:nvPicPr>
          <p:cNvPr id="256" name="图片 255" descr="notree_1_162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57194450" y="54527450"/>
            <a:ext cx="38100" cy="38100"/>
          </a:xfrm>
          <a:prstGeom prst="rect">
            <a:avLst/>
          </a:prstGeom>
        </p:spPr>
      </p:pic>
      <p:pic>
        <p:nvPicPr>
          <p:cNvPr id="257" name="图片 256" descr="notree_1_163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57511950" y="54844950"/>
            <a:ext cx="38100" cy="38100"/>
          </a:xfrm>
          <a:prstGeom prst="rect">
            <a:avLst/>
          </a:prstGeom>
        </p:spPr>
      </p:pic>
      <p:pic>
        <p:nvPicPr>
          <p:cNvPr id="258" name="图片 257" descr="notree_1_164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57829450" y="55162450"/>
            <a:ext cx="38100" cy="38100"/>
          </a:xfrm>
          <a:prstGeom prst="rect">
            <a:avLst/>
          </a:prstGeom>
        </p:spPr>
      </p:pic>
      <p:pic>
        <p:nvPicPr>
          <p:cNvPr id="259" name="图片 258" descr="notree_1_165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58146950" y="55479950"/>
            <a:ext cx="38100" cy="38100"/>
          </a:xfrm>
          <a:prstGeom prst="rect">
            <a:avLst/>
          </a:prstGeom>
        </p:spPr>
      </p:pic>
      <p:pic>
        <p:nvPicPr>
          <p:cNvPr id="260" name="图片 259" descr="notree_1_166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58464450" y="55797450"/>
            <a:ext cx="38100" cy="38100"/>
          </a:xfrm>
          <a:prstGeom prst="rect">
            <a:avLst/>
          </a:prstGeom>
        </p:spPr>
      </p:pic>
      <p:pic>
        <p:nvPicPr>
          <p:cNvPr id="261" name="图片 260" descr="notree_1_167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58781950" y="56114950"/>
            <a:ext cx="38100" cy="38100"/>
          </a:xfrm>
          <a:prstGeom prst="rect">
            <a:avLst/>
          </a:prstGeom>
        </p:spPr>
      </p:pic>
      <p:pic>
        <p:nvPicPr>
          <p:cNvPr id="262" name="图片 261" descr="notree_1_168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59099450" y="56432450"/>
            <a:ext cx="38100" cy="38100"/>
          </a:xfrm>
          <a:prstGeom prst="rect">
            <a:avLst/>
          </a:prstGeom>
        </p:spPr>
      </p:pic>
      <p:pic>
        <p:nvPicPr>
          <p:cNvPr id="263" name="图片 262" descr="notree_1_169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59416950" y="56749950"/>
            <a:ext cx="38100" cy="38100"/>
          </a:xfrm>
          <a:prstGeom prst="rect">
            <a:avLst/>
          </a:prstGeom>
        </p:spPr>
      </p:pic>
      <p:pic>
        <p:nvPicPr>
          <p:cNvPr id="264" name="图片 263" descr="notree_1_170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59734450" y="57067450"/>
            <a:ext cx="38100" cy="38100"/>
          </a:xfrm>
          <a:prstGeom prst="rect">
            <a:avLst/>
          </a:prstGeom>
        </p:spPr>
      </p:pic>
      <p:pic>
        <p:nvPicPr>
          <p:cNvPr id="265" name="图片 264" descr="notree_1_171"/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60051950" y="57384950"/>
            <a:ext cx="38100" cy="38100"/>
          </a:xfrm>
          <a:prstGeom prst="rect">
            <a:avLst/>
          </a:prstGeom>
        </p:spPr>
      </p:pic>
      <p:pic>
        <p:nvPicPr>
          <p:cNvPr id="266" name="图片 265" descr="notree_1_172"/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60369450" y="57702450"/>
            <a:ext cx="38100" cy="38100"/>
          </a:xfrm>
          <a:prstGeom prst="rect">
            <a:avLst/>
          </a:prstGeom>
        </p:spPr>
      </p:pic>
      <p:pic>
        <p:nvPicPr>
          <p:cNvPr id="267" name="图片 266" descr="notree_1_173"/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60686950" y="58019950"/>
            <a:ext cx="38100" cy="38100"/>
          </a:xfrm>
          <a:prstGeom prst="rect">
            <a:avLst/>
          </a:prstGeom>
        </p:spPr>
      </p:pic>
      <p:pic>
        <p:nvPicPr>
          <p:cNvPr id="268" name="图片 267" descr="notree_1_174"/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61004450" y="58337450"/>
            <a:ext cx="38100" cy="38100"/>
          </a:xfrm>
          <a:prstGeom prst="rect">
            <a:avLst/>
          </a:prstGeom>
        </p:spPr>
      </p:pic>
      <p:pic>
        <p:nvPicPr>
          <p:cNvPr id="269" name="图片 268" descr="notree_1_175"/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61321950" y="58654950"/>
            <a:ext cx="38100" cy="38100"/>
          </a:xfrm>
          <a:prstGeom prst="rect">
            <a:avLst/>
          </a:prstGeom>
        </p:spPr>
      </p:pic>
      <p:pic>
        <p:nvPicPr>
          <p:cNvPr id="270" name="图片 269" descr="notree_1_176"/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61639450" y="58972450"/>
            <a:ext cx="38100" cy="38100"/>
          </a:xfrm>
          <a:prstGeom prst="rect">
            <a:avLst/>
          </a:prstGeom>
        </p:spPr>
      </p:pic>
      <p:pic>
        <p:nvPicPr>
          <p:cNvPr id="271" name="图片 270" descr="notree_1_177"/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61956950" y="59289950"/>
            <a:ext cx="38100" cy="38100"/>
          </a:xfrm>
          <a:prstGeom prst="rect">
            <a:avLst/>
          </a:prstGeom>
        </p:spPr>
      </p:pic>
      <p:pic>
        <p:nvPicPr>
          <p:cNvPr id="272" name="图片 271" descr="notree_1_178"/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62274450" y="59607450"/>
            <a:ext cx="38100" cy="38100"/>
          </a:xfrm>
          <a:prstGeom prst="rect">
            <a:avLst/>
          </a:prstGeom>
        </p:spPr>
      </p:pic>
      <p:pic>
        <p:nvPicPr>
          <p:cNvPr id="273" name="图片 272" descr="notree_1_179"/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62591950" y="59924950"/>
            <a:ext cx="38100" cy="38100"/>
          </a:xfrm>
          <a:prstGeom prst="rect">
            <a:avLst/>
          </a:prstGeom>
        </p:spPr>
      </p:pic>
      <p:pic>
        <p:nvPicPr>
          <p:cNvPr id="274" name="图片 273" descr="notree_1_180"/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62909450" y="60242450"/>
            <a:ext cx="38100" cy="38100"/>
          </a:xfrm>
          <a:prstGeom prst="rect">
            <a:avLst/>
          </a:prstGeom>
        </p:spPr>
      </p:pic>
      <p:pic>
        <p:nvPicPr>
          <p:cNvPr id="275" name="图片 274" descr="notree_1_181"/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63226950" y="60559950"/>
            <a:ext cx="38100" cy="38100"/>
          </a:xfrm>
          <a:prstGeom prst="rect">
            <a:avLst/>
          </a:prstGeom>
        </p:spPr>
      </p:pic>
      <p:pic>
        <p:nvPicPr>
          <p:cNvPr id="276" name="图片 275" descr="notree_1_182"/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63544450" y="60877450"/>
            <a:ext cx="38100" cy="38100"/>
          </a:xfrm>
          <a:prstGeom prst="rect">
            <a:avLst/>
          </a:prstGeom>
        </p:spPr>
      </p:pic>
      <p:pic>
        <p:nvPicPr>
          <p:cNvPr id="277" name="图片 276" descr="notree_1_183"/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63861950" y="61194950"/>
            <a:ext cx="38100" cy="38100"/>
          </a:xfrm>
          <a:prstGeom prst="rect">
            <a:avLst/>
          </a:prstGeom>
        </p:spPr>
      </p:pic>
      <p:pic>
        <p:nvPicPr>
          <p:cNvPr id="278" name="图片 277" descr="notree_1_184"/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64179450" y="61512450"/>
            <a:ext cx="38100" cy="38100"/>
          </a:xfrm>
          <a:prstGeom prst="rect">
            <a:avLst/>
          </a:prstGeom>
        </p:spPr>
      </p:pic>
      <p:pic>
        <p:nvPicPr>
          <p:cNvPr id="279" name="图片 278" descr="notree_1_185"/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64496950" y="61829950"/>
            <a:ext cx="38100" cy="38100"/>
          </a:xfrm>
          <a:prstGeom prst="rect">
            <a:avLst/>
          </a:prstGeom>
        </p:spPr>
      </p:pic>
      <p:pic>
        <p:nvPicPr>
          <p:cNvPr id="280" name="图片 279" descr="notree_1_186"/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64814450" y="62147450"/>
            <a:ext cx="38100" cy="38100"/>
          </a:xfrm>
          <a:prstGeom prst="rect">
            <a:avLst/>
          </a:prstGeom>
        </p:spPr>
      </p:pic>
      <p:pic>
        <p:nvPicPr>
          <p:cNvPr id="281" name="图片 280" descr="notree_1_187"/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65131950" y="62464950"/>
            <a:ext cx="38100" cy="38100"/>
          </a:xfrm>
          <a:prstGeom prst="rect">
            <a:avLst/>
          </a:prstGeom>
        </p:spPr>
      </p:pic>
      <p:pic>
        <p:nvPicPr>
          <p:cNvPr id="282" name="图片 281" descr="notree_1_188"/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65449450" y="62782450"/>
            <a:ext cx="38100" cy="38100"/>
          </a:xfrm>
          <a:prstGeom prst="rect">
            <a:avLst/>
          </a:prstGeom>
        </p:spPr>
      </p:pic>
      <p:pic>
        <p:nvPicPr>
          <p:cNvPr id="283" name="图片 282" descr="notree_1_189"/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65766950" y="63099950"/>
            <a:ext cx="38100" cy="38100"/>
          </a:xfrm>
          <a:prstGeom prst="rect">
            <a:avLst/>
          </a:prstGeom>
        </p:spPr>
      </p:pic>
      <p:pic>
        <p:nvPicPr>
          <p:cNvPr id="284" name="图片 283" descr="notree_1_190"/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66084450" y="63417450"/>
            <a:ext cx="38100" cy="38100"/>
          </a:xfrm>
          <a:prstGeom prst="rect">
            <a:avLst/>
          </a:prstGeom>
        </p:spPr>
      </p:pic>
      <p:pic>
        <p:nvPicPr>
          <p:cNvPr id="285" name="图片 284" descr="notree_1_191"/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66401950" y="63734950"/>
            <a:ext cx="38100" cy="38100"/>
          </a:xfrm>
          <a:prstGeom prst="rect">
            <a:avLst/>
          </a:prstGeom>
        </p:spPr>
      </p:pic>
      <p:pic>
        <p:nvPicPr>
          <p:cNvPr id="286" name="图片 285" descr="notree_1_192"/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>
            <a:off x="66719450" y="64052450"/>
            <a:ext cx="38100" cy="38100"/>
          </a:xfrm>
          <a:prstGeom prst="rect">
            <a:avLst/>
          </a:prstGeom>
        </p:spPr>
      </p:pic>
      <p:pic>
        <p:nvPicPr>
          <p:cNvPr id="287" name="图片 286" descr="notree_1_193"/>
          <p:cNvPicPr>
            <a:picLocks noChangeAspect="1"/>
          </p:cNvPicPr>
          <p:nvPr/>
        </p:nvPicPr>
        <p:blipFill>
          <a:blip r:embed="rId95"/>
          <a:stretch>
            <a:fillRect/>
          </a:stretch>
        </p:blipFill>
        <p:spPr>
          <a:xfrm>
            <a:off x="67036950" y="64369950"/>
            <a:ext cx="38100" cy="38100"/>
          </a:xfrm>
          <a:prstGeom prst="rect">
            <a:avLst/>
          </a:prstGeom>
        </p:spPr>
      </p:pic>
      <p:pic>
        <p:nvPicPr>
          <p:cNvPr id="288" name="图片 287" descr="notree_1_194"/>
          <p:cNvPicPr>
            <a:picLocks noChangeAspect="1"/>
          </p:cNvPicPr>
          <p:nvPr/>
        </p:nvPicPr>
        <p:blipFill>
          <a:blip r:embed="rId96"/>
          <a:stretch>
            <a:fillRect/>
          </a:stretch>
        </p:blipFill>
        <p:spPr>
          <a:xfrm>
            <a:off x="67354450" y="64687450"/>
            <a:ext cx="38100" cy="38100"/>
          </a:xfrm>
          <a:prstGeom prst="rect">
            <a:avLst/>
          </a:prstGeom>
        </p:spPr>
      </p:pic>
      <p:pic>
        <p:nvPicPr>
          <p:cNvPr id="289" name="图片 288" descr="notree_1_195"/>
          <p:cNvPicPr>
            <a:picLocks noChangeAspect="1"/>
          </p:cNvPicPr>
          <p:nvPr/>
        </p:nvPicPr>
        <p:blipFill>
          <a:blip r:embed="rId97"/>
          <a:stretch>
            <a:fillRect/>
          </a:stretch>
        </p:blipFill>
        <p:spPr>
          <a:xfrm>
            <a:off x="67671950" y="65004950"/>
            <a:ext cx="38100" cy="38100"/>
          </a:xfrm>
          <a:prstGeom prst="rect">
            <a:avLst/>
          </a:prstGeom>
        </p:spPr>
      </p:pic>
      <p:pic>
        <p:nvPicPr>
          <p:cNvPr id="290" name="图片 289" descr="notree_1_196"/>
          <p:cNvPicPr>
            <a:picLocks noChangeAspect="1"/>
          </p:cNvPicPr>
          <p:nvPr/>
        </p:nvPicPr>
        <p:blipFill>
          <a:blip r:embed="rId98"/>
          <a:stretch>
            <a:fillRect/>
          </a:stretch>
        </p:blipFill>
        <p:spPr>
          <a:xfrm>
            <a:off x="67989450" y="65322450"/>
            <a:ext cx="38100" cy="38100"/>
          </a:xfrm>
          <a:prstGeom prst="rect">
            <a:avLst/>
          </a:prstGeom>
        </p:spPr>
      </p:pic>
      <p:pic>
        <p:nvPicPr>
          <p:cNvPr id="291" name="图片 290" descr="notree_1_197"/>
          <p:cNvPicPr>
            <a:picLocks noChangeAspect="1"/>
          </p:cNvPicPr>
          <p:nvPr/>
        </p:nvPicPr>
        <p:blipFill>
          <a:blip r:embed="rId99"/>
          <a:stretch>
            <a:fillRect/>
          </a:stretch>
        </p:blipFill>
        <p:spPr>
          <a:xfrm>
            <a:off x="68306950" y="65639950"/>
            <a:ext cx="38100" cy="38100"/>
          </a:xfrm>
          <a:prstGeom prst="rect">
            <a:avLst/>
          </a:prstGeom>
        </p:spPr>
      </p:pic>
      <p:pic>
        <p:nvPicPr>
          <p:cNvPr id="292" name="图片 291" descr="notree_1_198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68624450" y="65957450"/>
            <a:ext cx="38100" cy="38100"/>
          </a:xfrm>
          <a:prstGeom prst="rect">
            <a:avLst/>
          </a:prstGeom>
        </p:spPr>
      </p:pic>
      <p:pic>
        <p:nvPicPr>
          <p:cNvPr id="293" name="图片 292" descr="notree_1_199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68941950" y="66274950"/>
            <a:ext cx="38100" cy="38100"/>
          </a:xfrm>
          <a:prstGeom prst="rect">
            <a:avLst/>
          </a:prstGeom>
        </p:spPr>
      </p:pic>
      <p:pic>
        <p:nvPicPr>
          <p:cNvPr id="294" name="图片 293" descr="notree_1_200"/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69259450" y="66592450"/>
            <a:ext cx="38100" cy="38100"/>
          </a:xfrm>
          <a:prstGeom prst="rect">
            <a:avLst/>
          </a:prstGeom>
        </p:spPr>
      </p:pic>
      <p:pic>
        <p:nvPicPr>
          <p:cNvPr id="295" name="图片 294" descr="notree_1_201"/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69576950" y="66909950"/>
            <a:ext cx="38100" cy="38100"/>
          </a:xfrm>
          <a:prstGeom prst="rect">
            <a:avLst/>
          </a:prstGeom>
        </p:spPr>
      </p:pic>
      <p:pic>
        <p:nvPicPr>
          <p:cNvPr id="296" name="图片 295" descr="notree_1_202"/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69894450" y="67227450"/>
            <a:ext cx="38100" cy="38100"/>
          </a:xfrm>
          <a:prstGeom prst="rect">
            <a:avLst/>
          </a:prstGeom>
        </p:spPr>
      </p:pic>
      <p:pic>
        <p:nvPicPr>
          <p:cNvPr id="297" name="图片 296" descr="notree_1_203"/>
          <p:cNvPicPr>
            <a:picLocks noChangeAspect="1"/>
          </p:cNvPicPr>
          <p:nvPr/>
        </p:nvPicPr>
        <p:blipFill>
          <a:blip r:embed="rId105"/>
          <a:stretch>
            <a:fillRect/>
          </a:stretch>
        </p:blipFill>
        <p:spPr>
          <a:xfrm>
            <a:off x="70211950" y="67544950"/>
            <a:ext cx="38100" cy="38100"/>
          </a:xfrm>
          <a:prstGeom prst="rect">
            <a:avLst/>
          </a:prstGeom>
        </p:spPr>
      </p:pic>
      <p:pic>
        <p:nvPicPr>
          <p:cNvPr id="298" name="图片 297" descr="notree_1_204"/>
          <p:cNvPicPr>
            <a:picLocks noChangeAspect="1"/>
          </p:cNvPicPr>
          <p:nvPr/>
        </p:nvPicPr>
        <p:blipFill>
          <a:blip r:embed="rId106"/>
          <a:stretch>
            <a:fillRect/>
          </a:stretch>
        </p:blipFill>
        <p:spPr>
          <a:xfrm>
            <a:off x="70529450" y="67862450"/>
            <a:ext cx="38100" cy="38100"/>
          </a:xfrm>
          <a:prstGeom prst="rect">
            <a:avLst/>
          </a:prstGeom>
        </p:spPr>
      </p:pic>
      <p:pic>
        <p:nvPicPr>
          <p:cNvPr id="299" name="图片 298" descr="notree_1_205"/>
          <p:cNvPicPr>
            <a:picLocks noChangeAspect="1"/>
          </p:cNvPicPr>
          <p:nvPr/>
        </p:nvPicPr>
        <p:blipFill>
          <a:blip r:embed="rId107"/>
          <a:stretch>
            <a:fillRect/>
          </a:stretch>
        </p:blipFill>
        <p:spPr>
          <a:xfrm>
            <a:off x="70846950" y="68179950"/>
            <a:ext cx="38100" cy="38100"/>
          </a:xfrm>
          <a:prstGeom prst="rect">
            <a:avLst/>
          </a:prstGeom>
        </p:spPr>
      </p:pic>
      <p:pic>
        <p:nvPicPr>
          <p:cNvPr id="300" name="图片 299" descr="notree_1_206"/>
          <p:cNvPicPr>
            <a:picLocks noChangeAspect="1"/>
          </p:cNvPicPr>
          <p:nvPr/>
        </p:nvPicPr>
        <p:blipFill>
          <a:blip r:embed="rId108"/>
          <a:stretch>
            <a:fillRect/>
          </a:stretch>
        </p:blipFill>
        <p:spPr>
          <a:xfrm>
            <a:off x="71164450" y="68497450"/>
            <a:ext cx="38100" cy="38100"/>
          </a:xfrm>
          <a:prstGeom prst="rect">
            <a:avLst/>
          </a:prstGeom>
        </p:spPr>
      </p:pic>
      <p:pic>
        <p:nvPicPr>
          <p:cNvPr id="301" name="图片 300" descr="notree_1_207"/>
          <p:cNvPicPr>
            <a:picLocks noChangeAspect="1"/>
          </p:cNvPicPr>
          <p:nvPr/>
        </p:nvPicPr>
        <p:blipFill>
          <a:blip r:embed="rId109"/>
          <a:stretch>
            <a:fillRect/>
          </a:stretch>
        </p:blipFill>
        <p:spPr>
          <a:xfrm>
            <a:off x="71481950" y="68814950"/>
            <a:ext cx="38100" cy="38100"/>
          </a:xfrm>
          <a:prstGeom prst="rect">
            <a:avLst/>
          </a:prstGeom>
        </p:spPr>
      </p:pic>
      <p:pic>
        <p:nvPicPr>
          <p:cNvPr id="302" name="图片 301" descr="notree_1_208"/>
          <p:cNvPicPr>
            <a:picLocks noChangeAspect="1"/>
          </p:cNvPicPr>
          <p:nvPr/>
        </p:nvPicPr>
        <p:blipFill>
          <a:blip r:embed="rId110"/>
          <a:stretch>
            <a:fillRect/>
          </a:stretch>
        </p:blipFill>
        <p:spPr>
          <a:xfrm>
            <a:off x="71799450" y="69132450"/>
            <a:ext cx="38100" cy="38100"/>
          </a:xfrm>
          <a:prstGeom prst="rect">
            <a:avLst/>
          </a:prstGeom>
        </p:spPr>
      </p:pic>
      <p:pic>
        <p:nvPicPr>
          <p:cNvPr id="303" name="图片 302" descr="notree_1_209"/>
          <p:cNvPicPr>
            <a:picLocks noChangeAspect="1"/>
          </p:cNvPicPr>
          <p:nvPr/>
        </p:nvPicPr>
        <p:blipFill>
          <a:blip r:embed="rId111"/>
          <a:stretch>
            <a:fillRect/>
          </a:stretch>
        </p:blipFill>
        <p:spPr>
          <a:xfrm>
            <a:off x="72116950" y="69449950"/>
            <a:ext cx="38100" cy="38100"/>
          </a:xfrm>
          <a:prstGeom prst="rect">
            <a:avLst/>
          </a:prstGeom>
        </p:spPr>
      </p:pic>
      <p:pic>
        <p:nvPicPr>
          <p:cNvPr id="304" name="图片 303" descr="notree_1_210"/>
          <p:cNvPicPr>
            <a:picLocks noChangeAspect="1"/>
          </p:cNvPicPr>
          <p:nvPr/>
        </p:nvPicPr>
        <p:blipFill>
          <a:blip r:embed="rId112"/>
          <a:stretch>
            <a:fillRect/>
          </a:stretch>
        </p:blipFill>
        <p:spPr>
          <a:xfrm>
            <a:off x="72434450" y="69767450"/>
            <a:ext cx="38100" cy="38100"/>
          </a:xfrm>
          <a:prstGeom prst="rect">
            <a:avLst/>
          </a:prstGeom>
        </p:spPr>
      </p:pic>
      <p:pic>
        <p:nvPicPr>
          <p:cNvPr id="305" name="图片 304" descr="notree_1_211"/>
          <p:cNvPicPr>
            <a:picLocks noChangeAspect="1"/>
          </p:cNvPicPr>
          <p:nvPr/>
        </p:nvPicPr>
        <p:blipFill>
          <a:blip r:embed="rId113"/>
          <a:stretch>
            <a:fillRect/>
          </a:stretch>
        </p:blipFill>
        <p:spPr>
          <a:xfrm>
            <a:off x="72751950" y="70084950"/>
            <a:ext cx="38100" cy="38100"/>
          </a:xfrm>
          <a:prstGeom prst="rect">
            <a:avLst/>
          </a:prstGeom>
        </p:spPr>
      </p:pic>
      <p:pic>
        <p:nvPicPr>
          <p:cNvPr id="306" name="图片 305" descr="notree_1_212"/>
          <p:cNvPicPr>
            <a:picLocks noChangeAspect="1"/>
          </p:cNvPicPr>
          <p:nvPr/>
        </p:nvPicPr>
        <p:blipFill>
          <a:blip r:embed="rId114"/>
          <a:stretch>
            <a:fillRect/>
          </a:stretch>
        </p:blipFill>
        <p:spPr>
          <a:xfrm>
            <a:off x="73069450" y="70402450"/>
            <a:ext cx="38100" cy="38100"/>
          </a:xfrm>
          <a:prstGeom prst="rect">
            <a:avLst/>
          </a:prstGeom>
        </p:spPr>
      </p:pic>
      <p:pic>
        <p:nvPicPr>
          <p:cNvPr id="307" name="图片 306" descr="notree_1_213"/>
          <p:cNvPicPr>
            <a:picLocks noChangeAspect="1"/>
          </p:cNvPicPr>
          <p:nvPr/>
        </p:nvPicPr>
        <p:blipFill>
          <a:blip r:embed="rId115"/>
          <a:stretch>
            <a:fillRect/>
          </a:stretch>
        </p:blipFill>
        <p:spPr>
          <a:xfrm>
            <a:off x="73386950" y="70719950"/>
            <a:ext cx="38100" cy="38100"/>
          </a:xfrm>
          <a:prstGeom prst="rect">
            <a:avLst/>
          </a:prstGeom>
        </p:spPr>
      </p:pic>
      <p:pic>
        <p:nvPicPr>
          <p:cNvPr id="308" name="图片 307" descr="notree_1_214"/>
          <p:cNvPicPr>
            <a:picLocks noChangeAspect="1"/>
          </p:cNvPicPr>
          <p:nvPr/>
        </p:nvPicPr>
        <p:blipFill>
          <a:blip r:embed="rId116"/>
          <a:stretch>
            <a:fillRect/>
          </a:stretch>
        </p:blipFill>
        <p:spPr>
          <a:xfrm>
            <a:off x="73704450" y="71037450"/>
            <a:ext cx="38100" cy="38100"/>
          </a:xfrm>
          <a:prstGeom prst="rect">
            <a:avLst/>
          </a:prstGeom>
        </p:spPr>
      </p:pic>
      <p:pic>
        <p:nvPicPr>
          <p:cNvPr id="309" name="图片 308" descr="notree_1_215"/>
          <p:cNvPicPr>
            <a:picLocks noChangeAspect="1"/>
          </p:cNvPicPr>
          <p:nvPr/>
        </p:nvPicPr>
        <p:blipFill>
          <a:blip r:embed="rId117"/>
          <a:stretch>
            <a:fillRect/>
          </a:stretch>
        </p:blipFill>
        <p:spPr>
          <a:xfrm>
            <a:off x="74021950" y="71354950"/>
            <a:ext cx="38100" cy="38100"/>
          </a:xfrm>
          <a:prstGeom prst="rect">
            <a:avLst/>
          </a:prstGeom>
        </p:spPr>
      </p:pic>
      <p:pic>
        <p:nvPicPr>
          <p:cNvPr id="310" name="图片 309" descr="notree_1_216"/>
          <p:cNvPicPr>
            <a:picLocks noChangeAspect="1"/>
          </p:cNvPicPr>
          <p:nvPr/>
        </p:nvPicPr>
        <p:blipFill>
          <a:blip r:embed="rId118"/>
          <a:stretch>
            <a:fillRect/>
          </a:stretch>
        </p:blipFill>
        <p:spPr>
          <a:xfrm>
            <a:off x="74339450" y="71672450"/>
            <a:ext cx="38100" cy="38100"/>
          </a:xfrm>
          <a:prstGeom prst="rect">
            <a:avLst/>
          </a:prstGeom>
        </p:spPr>
      </p:pic>
      <p:pic>
        <p:nvPicPr>
          <p:cNvPr id="311" name="图片 310" descr="notree_1_217"/>
          <p:cNvPicPr>
            <a:picLocks noChangeAspect="1"/>
          </p:cNvPicPr>
          <p:nvPr/>
        </p:nvPicPr>
        <p:blipFill>
          <a:blip r:embed="rId119"/>
          <a:stretch>
            <a:fillRect/>
          </a:stretch>
        </p:blipFill>
        <p:spPr>
          <a:xfrm>
            <a:off x="74656950" y="71989950"/>
            <a:ext cx="38100" cy="38100"/>
          </a:xfrm>
          <a:prstGeom prst="rect">
            <a:avLst/>
          </a:prstGeom>
        </p:spPr>
      </p:pic>
      <p:pic>
        <p:nvPicPr>
          <p:cNvPr id="312" name="图片 311" descr="notree_1_218"/>
          <p:cNvPicPr>
            <a:picLocks noChangeAspect="1"/>
          </p:cNvPicPr>
          <p:nvPr/>
        </p:nvPicPr>
        <p:blipFill>
          <a:blip r:embed="rId120"/>
          <a:stretch>
            <a:fillRect/>
          </a:stretch>
        </p:blipFill>
        <p:spPr>
          <a:xfrm>
            <a:off x="74974450" y="72307450"/>
            <a:ext cx="38100" cy="38100"/>
          </a:xfrm>
          <a:prstGeom prst="rect">
            <a:avLst/>
          </a:prstGeom>
        </p:spPr>
      </p:pic>
      <p:pic>
        <p:nvPicPr>
          <p:cNvPr id="313" name="图片 312" descr="notree_1_219"/>
          <p:cNvPicPr>
            <a:picLocks noChangeAspect="1"/>
          </p:cNvPicPr>
          <p:nvPr/>
        </p:nvPicPr>
        <p:blipFill>
          <a:blip r:embed="rId121"/>
          <a:stretch>
            <a:fillRect/>
          </a:stretch>
        </p:blipFill>
        <p:spPr>
          <a:xfrm>
            <a:off x="75291950" y="72624950"/>
            <a:ext cx="38100" cy="38100"/>
          </a:xfrm>
          <a:prstGeom prst="rect">
            <a:avLst/>
          </a:prstGeom>
        </p:spPr>
      </p:pic>
      <p:pic>
        <p:nvPicPr>
          <p:cNvPr id="314" name="图片 313" descr="notree_1_220"/>
          <p:cNvPicPr>
            <a:picLocks noChangeAspect="1"/>
          </p:cNvPicPr>
          <p:nvPr/>
        </p:nvPicPr>
        <p:blipFill>
          <a:blip r:embed="rId122"/>
          <a:stretch>
            <a:fillRect/>
          </a:stretch>
        </p:blipFill>
        <p:spPr>
          <a:xfrm>
            <a:off x="75609450" y="72942450"/>
            <a:ext cx="38100" cy="38100"/>
          </a:xfrm>
          <a:prstGeom prst="rect">
            <a:avLst/>
          </a:prstGeom>
        </p:spPr>
      </p:pic>
      <p:pic>
        <p:nvPicPr>
          <p:cNvPr id="315" name="图片 314" descr="notree_1_221"/>
          <p:cNvPicPr>
            <a:picLocks noChangeAspect="1"/>
          </p:cNvPicPr>
          <p:nvPr/>
        </p:nvPicPr>
        <p:blipFill>
          <a:blip r:embed="rId123"/>
          <a:stretch>
            <a:fillRect/>
          </a:stretch>
        </p:blipFill>
        <p:spPr>
          <a:xfrm>
            <a:off x="75926950" y="73259950"/>
            <a:ext cx="38100" cy="38100"/>
          </a:xfrm>
          <a:prstGeom prst="rect">
            <a:avLst/>
          </a:prstGeom>
        </p:spPr>
      </p:pic>
      <p:pic>
        <p:nvPicPr>
          <p:cNvPr id="316" name="图片 315" descr="notree_1_222"/>
          <p:cNvPicPr>
            <a:picLocks noChangeAspect="1"/>
          </p:cNvPicPr>
          <p:nvPr/>
        </p:nvPicPr>
        <p:blipFill>
          <a:blip r:embed="rId124"/>
          <a:stretch>
            <a:fillRect/>
          </a:stretch>
        </p:blipFill>
        <p:spPr>
          <a:xfrm>
            <a:off x="76244450" y="73577450"/>
            <a:ext cx="38100" cy="38100"/>
          </a:xfrm>
          <a:prstGeom prst="rect">
            <a:avLst/>
          </a:prstGeom>
        </p:spPr>
      </p:pic>
      <p:pic>
        <p:nvPicPr>
          <p:cNvPr id="317" name="图片 316" descr="notree_1_223"/>
          <p:cNvPicPr>
            <a:picLocks noChangeAspect="1"/>
          </p:cNvPicPr>
          <p:nvPr/>
        </p:nvPicPr>
        <p:blipFill>
          <a:blip r:embed="rId125"/>
          <a:stretch>
            <a:fillRect/>
          </a:stretch>
        </p:blipFill>
        <p:spPr>
          <a:xfrm>
            <a:off x="76561950" y="73894950"/>
            <a:ext cx="38100" cy="38100"/>
          </a:xfrm>
          <a:prstGeom prst="rect">
            <a:avLst/>
          </a:prstGeom>
        </p:spPr>
      </p:pic>
      <p:pic>
        <p:nvPicPr>
          <p:cNvPr id="318" name="图片 317" descr="notree_1_224"/>
          <p:cNvPicPr>
            <a:picLocks noChangeAspect="1"/>
          </p:cNvPicPr>
          <p:nvPr/>
        </p:nvPicPr>
        <p:blipFill>
          <a:blip r:embed="rId126"/>
          <a:stretch>
            <a:fillRect/>
          </a:stretch>
        </p:blipFill>
        <p:spPr>
          <a:xfrm>
            <a:off x="76879450" y="74212450"/>
            <a:ext cx="38100" cy="38100"/>
          </a:xfrm>
          <a:prstGeom prst="rect">
            <a:avLst/>
          </a:prstGeom>
        </p:spPr>
      </p:pic>
      <p:pic>
        <p:nvPicPr>
          <p:cNvPr id="319" name="图片 318" descr="notree_1_225"/>
          <p:cNvPicPr>
            <a:picLocks noChangeAspect="1"/>
          </p:cNvPicPr>
          <p:nvPr/>
        </p:nvPicPr>
        <p:blipFill>
          <a:blip r:embed="rId127"/>
          <a:stretch>
            <a:fillRect/>
          </a:stretch>
        </p:blipFill>
        <p:spPr>
          <a:xfrm>
            <a:off x="77196950" y="74529950"/>
            <a:ext cx="38100" cy="38100"/>
          </a:xfrm>
          <a:prstGeom prst="rect">
            <a:avLst/>
          </a:prstGeom>
        </p:spPr>
      </p:pic>
      <p:pic>
        <p:nvPicPr>
          <p:cNvPr id="320" name="图片 319" descr="notree_1_226"/>
          <p:cNvPicPr>
            <a:picLocks noChangeAspect="1"/>
          </p:cNvPicPr>
          <p:nvPr/>
        </p:nvPicPr>
        <p:blipFill>
          <a:blip r:embed="rId128"/>
          <a:stretch>
            <a:fillRect/>
          </a:stretch>
        </p:blipFill>
        <p:spPr>
          <a:xfrm>
            <a:off x="77514450" y="74847450"/>
            <a:ext cx="38100" cy="38100"/>
          </a:xfrm>
          <a:prstGeom prst="rect">
            <a:avLst/>
          </a:prstGeom>
        </p:spPr>
      </p:pic>
      <p:pic>
        <p:nvPicPr>
          <p:cNvPr id="321" name="图片 320" descr="notree_1_227"/>
          <p:cNvPicPr>
            <a:picLocks noChangeAspect="1"/>
          </p:cNvPicPr>
          <p:nvPr/>
        </p:nvPicPr>
        <p:blipFill>
          <a:blip r:embed="rId129"/>
          <a:stretch>
            <a:fillRect/>
          </a:stretch>
        </p:blipFill>
        <p:spPr>
          <a:xfrm>
            <a:off x="77831950" y="75164950"/>
            <a:ext cx="38100" cy="38100"/>
          </a:xfrm>
          <a:prstGeom prst="rect">
            <a:avLst/>
          </a:prstGeom>
        </p:spPr>
      </p:pic>
      <p:pic>
        <p:nvPicPr>
          <p:cNvPr id="322" name="图片 321" descr="notree_1_228"/>
          <p:cNvPicPr>
            <a:picLocks noChangeAspect="1"/>
          </p:cNvPicPr>
          <p:nvPr/>
        </p:nvPicPr>
        <p:blipFill>
          <a:blip r:embed="rId130"/>
          <a:stretch>
            <a:fillRect/>
          </a:stretch>
        </p:blipFill>
        <p:spPr>
          <a:xfrm>
            <a:off x="78149450" y="75482450"/>
            <a:ext cx="38100" cy="38100"/>
          </a:xfrm>
          <a:prstGeom prst="rect">
            <a:avLst/>
          </a:prstGeom>
        </p:spPr>
      </p:pic>
      <p:pic>
        <p:nvPicPr>
          <p:cNvPr id="323" name="图片 322" descr="notree_1_229"/>
          <p:cNvPicPr>
            <a:picLocks noChangeAspect="1"/>
          </p:cNvPicPr>
          <p:nvPr/>
        </p:nvPicPr>
        <p:blipFill>
          <a:blip r:embed="rId131"/>
          <a:stretch>
            <a:fillRect/>
          </a:stretch>
        </p:blipFill>
        <p:spPr>
          <a:xfrm>
            <a:off x="78466950" y="75799950"/>
            <a:ext cx="38100" cy="38100"/>
          </a:xfrm>
          <a:prstGeom prst="rect">
            <a:avLst/>
          </a:prstGeom>
        </p:spPr>
      </p:pic>
      <p:pic>
        <p:nvPicPr>
          <p:cNvPr id="324" name="图片 323" descr="notree_1_230"/>
          <p:cNvPicPr>
            <a:picLocks noChangeAspect="1"/>
          </p:cNvPicPr>
          <p:nvPr/>
        </p:nvPicPr>
        <p:blipFill>
          <a:blip r:embed="rId132"/>
          <a:stretch>
            <a:fillRect/>
          </a:stretch>
        </p:blipFill>
        <p:spPr>
          <a:xfrm>
            <a:off x="78784450" y="76117450"/>
            <a:ext cx="38100" cy="38100"/>
          </a:xfrm>
          <a:prstGeom prst="rect">
            <a:avLst/>
          </a:prstGeom>
        </p:spPr>
      </p:pic>
      <p:pic>
        <p:nvPicPr>
          <p:cNvPr id="325" name="图片 324" descr="notree_1_231"/>
          <p:cNvPicPr>
            <a:picLocks noChangeAspect="1"/>
          </p:cNvPicPr>
          <p:nvPr/>
        </p:nvPicPr>
        <p:blipFill>
          <a:blip r:embed="rId133"/>
          <a:stretch>
            <a:fillRect/>
          </a:stretch>
        </p:blipFill>
        <p:spPr>
          <a:xfrm>
            <a:off x="79101950" y="76434950"/>
            <a:ext cx="38100" cy="38100"/>
          </a:xfrm>
          <a:prstGeom prst="rect">
            <a:avLst/>
          </a:prstGeom>
        </p:spPr>
      </p:pic>
      <p:pic>
        <p:nvPicPr>
          <p:cNvPr id="326" name="图片 325" descr="notree_1_232"/>
          <p:cNvPicPr>
            <a:picLocks noChangeAspect="1"/>
          </p:cNvPicPr>
          <p:nvPr/>
        </p:nvPicPr>
        <p:blipFill>
          <a:blip r:embed="rId134"/>
          <a:stretch>
            <a:fillRect/>
          </a:stretch>
        </p:blipFill>
        <p:spPr>
          <a:xfrm>
            <a:off x="79419450" y="76752450"/>
            <a:ext cx="38100" cy="38100"/>
          </a:xfrm>
          <a:prstGeom prst="rect">
            <a:avLst/>
          </a:prstGeom>
        </p:spPr>
      </p:pic>
      <p:pic>
        <p:nvPicPr>
          <p:cNvPr id="327" name="图片 326" descr="notree_1_233"/>
          <p:cNvPicPr>
            <a:picLocks noChangeAspect="1"/>
          </p:cNvPicPr>
          <p:nvPr/>
        </p:nvPicPr>
        <p:blipFill>
          <a:blip r:embed="rId135"/>
          <a:stretch>
            <a:fillRect/>
          </a:stretch>
        </p:blipFill>
        <p:spPr>
          <a:xfrm>
            <a:off x="79736950" y="77069950"/>
            <a:ext cx="38100" cy="38100"/>
          </a:xfrm>
          <a:prstGeom prst="rect">
            <a:avLst/>
          </a:prstGeom>
        </p:spPr>
      </p:pic>
      <p:pic>
        <p:nvPicPr>
          <p:cNvPr id="328" name="图片 327" descr="notree_1_234"/>
          <p:cNvPicPr>
            <a:picLocks noChangeAspect="1"/>
          </p:cNvPicPr>
          <p:nvPr/>
        </p:nvPicPr>
        <p:blipFill>
          <a:blip r:embed="rId136"/>
          <a:stretch>
            <a:fillRect/>
          </a:stretch>
        </p:blipFill>
        <p:spPr>
          <a:xfrm>
            <a:off x="80054450" y="77387450"/>
            <a:ext cx="38100" cy="38100"/>
          </a:xfrm>
          <a:prstGeom prst="rect">
            <a:avLst/>
          </a:prstGeom>
        </p:spPr>
      </p:pic>
      <p:pic>
        <p:nvPicPr>
          <p:cNvPr id="329" name="图片 328" descr="notree_1_235"/>
          <p:cNvPicPr>
            <a:picLocks noChangeAspect="1"/>
          </p:cNvPicPr>
          <p:nvPr/>
        </p:nvPicPr>
        <p:blipFill>
          <a:blip r:embed="rId137"/>
          <a:stretch>
            <a:fillRect/>
          </a:stretch>
        </p:blipFill>
        <p:spPr>
          <a:xfrm>
            <a:off x="80371950" y="77704950"/>
            <a:ext cx="38100" cy="38100"/>
          </a:xfrm>
          <a:prstGeom prst="rect">
            <a:avLst/>
          </a:prstGeom>
        </p:spPr>
      </p:pic>
      <p:pic>
        <p:nvPicPr>
          <p:cNvPr id="330" name="图片 329" descr="notree_1_236"/>
          <p:cNvPicPr>
            <a:picLocks noChangeAspect="1"/>
          </p:cNvPicPr>
          <p:nvPr/>
        </p:nvPicPr>
        <p:blipFill>
          <a:blip r:embed="rId138"/>
          <a:stretch>
            <a:fillRect/>
          </a:stretch>
        </p:blipFill>
        <p:spPr>
          <a:xfrm>
            <a:off x="80689450" y="78022450"/>
            <a:ext cx="38100" cy="38100"/>
          </a:xfrm>
          <a:prstGeom prst="rect">
            <a:avLst/>
          </a:prstGeom>
        </p:spPr>
      </p:pic>
      <p:pic>
        <p:nvPicPr>
          <p:cNvPr id="331" name="图片 330" descr="notree_1_237"/>
          <p:cNvPicPr>
            <a:picLocks noChangeAspect="1"/>
          </p:cNvPicPr>
          <p:nvPr/>
        </p:nvPicPr>
        <p:blipFill>
          <a:blip r:embed="rId139"/>
          <a:stretch>
            <a:fillRect/>
          </a:stretch>
        </p:blipFill>
        <p:spPr>
          <a:xfrm>
            <a:off x="81006950" y="78339950"/>
            <a:ext cx="38100" cy="38100"/>
          </a:xfrm>
          <a:prstGeom prst="rect">
            <a:avLst/>
          </a:prstGeom>
        </p:spPr>
      </p:pic>
      <p:pic>
        <p:nvPicPr>
          <p:cNvPr id="332" name="图片 331" descr="notree_1_238"/>
          <p:cNvPicPr>
            <a:picLocks noChangeAspect="1"/>
          </p:cNvPicPr>
          <p:nvPr/>
        </p:nvPicPr>
        <p:blipFill>
          <a:blip r:embed="rId140"/>
          <a:stretch>
            <a:fillRect/>
          </a:stretch>
        </p:blipFill>
        <p:spPr>
          <a:xfrm>
            <a:off x="81324450" y="78657450"/>
            <a:ext cx="38100" cy="38100"/>
          </a:xfrm>
          <a:prstGeom prst="rect">
            <a:avLst/>
          </a:prstGeom>
        </p:spPr>
      </p:pic>
      <p:pic>
        <p:nvPicPr>
          <p:cNvPr id="333" name="图片 332" descr="notree_1_239"/>
          <p:cNvPicPr>
            <a:picLocks noChangeAspect="1"/>
          </p:cNvPicPr>
          <p:nvPr/>
        </p:nvPicPr>
        <p:blipFill>
          <a:blip r:embed="rId141"/>
          <a:stretch>
            <a:fillRect/>
          </a:stretch>
        </p:blipFill>
        <p:spPr>
          <a:xfrm>
            <a:off x="81641950" y="78974950"/>
            <a:ext cx="38100" cy="38100"/>
          </a:xfrm>
          <a:prstGeom prst="rect">
            <a:avLst/>
          </a:prstGeom>
        </p:spPr>
      </p:pic>
      <p:pic>
        <p:nvPicPr>
          <p:cNvPr id="334" name="图片 333" descr="notree_1_240"/>
          <p:cNvPicPr>
            <a:picLocks noChangeAspect="1"/>
          </p:cNvPicPr>
          <p:nvPr/>
        </p:nvPicPr>
        <p:blipFill>
          <a:blip r:embed="rId142"/>
          <a:stretch>
            <a:fillRect/>
          </a:stretch>
        </p:blipFill>
        <p:spPr>
          <a:xfrm>
            <a:off x="81959450" y="79292450"/>
            <a:ext cx="38100" cy="38100"/>
          </a:xfrm>
          <a:prstGeom prst="rect">
            <a:avLst/>
          </a:prstGeom>
        </p:spPr>
      </p:pic>
      <p:pic>
        <p:nvPicPr>
          <p:cNvPr id="335" name="图片 334" descr="notree_1_241"/>
          <p:cNvPicPr>
            <a:picLocks noChangeAspect="1"/>
          </p:cNvPicPr>
          <p:nvPr/>
        </p:nvPicPr>
        <p:blipFill>
          <a:blip r:embed="rId143"/>
          <a:stretch>
            <a:fillRect/>
          </a:stretch>
        </p:blipFill>
        <p:spPr>
          <a:xfrm>
            <a:off x="82276950" y="79609950"/>
            <a:ext cx="38100" cy="38100"/>
          </a:xfrm>
          <a:prstGeom prst="rect">
            <a:avLst/>
          </a:prstGeom>
        </p:spPr>
      </p:pic>
      <p:pic>
        <p:nvPicPr>
          <p:cNvPr id="336" name="图片 335" descr="notree_1_242"/>
          <p:cNvPicPr>
            <a:picLocks noChangeAspect="1"/>
          </p:cNvPicPr>
          <p:nvPr/>
        </p:nvPicPr>
        <p:blipFill>
          <a:blip r:embed="rId144"/>
          <a:stretch>
            <a:fillRect/>
          </a:stretch>
        </p:blipFill>
        <p:spPr>
          <a:xfrm>
            <a:off x="82594450" y="79927450"/>
            <a:ext cx="38100" cy="38100"/>
          </a:xfrm>
          <a:prstGeom prst="rect">
            <a:avLst/>
          </a:prstGeom>
        </p:spPr>
      </p:pic>
      <p:pic>
        <p:nvPicPr>
          <p:cNvPr id="337" name="图片 336" descr="notree_1_243"/>
          <p:cNvPicPr>
            <a:picLocks noChangeAspect="1"/>
          </p:cNvPicPr>
          <p:nvPr/>
        </p:nvPicPr>
        <p:blipFill>
          <a:blip r:embed="rId145"/>
          <a:stretch>
            <a:fillRect/>
          </a:stretch>
        </p:blipFill>
        <p:spPr>
          <a:xfrm>
            <a:off x="82911950" y="80244950"/>
            <a:ext cx="38100" cy="38100"/>
          </a:xfrm>
          <a:prstGeom prst="rect">
            <a:avLst/>
          </a:prstGeom>
        </p:spPr>
      </p:pic>
      <p:pic>
        <p:nvPicPr>
          <p:cNvPr id="338" name="图片 337" descr="notree_1_244"/>
          <p:cNvPicPr>
            <a:picLocks noChangeAspect="1"/>
          </p:cNvPicPr>
          <p:nvPr/>
        </p:nvPicPr>
        <p:blipFill>
          <a:blip r:embed="rId146"/>
          <a:stretch>
            <a:fillRect/>
          </a:stretch>
        </p:blipFill>
        <p:spPr>
          <a:xfrm>
            <a:off x="83229450" y="80562450"/>
            <a:ext cx="38100" cy="38100"/>
          </a:xfrm>
          <a:prstGeom prst="rect">
            <a:avLst/>
          </a:prstGeom>
        </p:spPr>
      </p:pic>
      <p:pic>
        <p:nvPicPr>
          <p:cNvPr id="339" name="图片 338" descr="notree_1_245"/>
          <p:cNvPicPr>
            <a:picLocks noChangeAspect="1"/>
          </p:cNvPicPr>
          <p:nvPr/>
        </p:nvPicPr>
        <p:blipFill>
          <a:blip r:embed="rId147"/>
          <a:stretch>
            <a:fillRect/>
          </a:stretch>
        </p:blipFill>
        <p:spPr>
          <a:xfrm>
            <a:off x="83546950" y="80879950"/>
            <a:ext cx="38100" cy="38100"/>
          </a:xfrm>
          <a:prstGeom prst="rect">
            <a:avLst/>
          </a:prstGeom>
        </p:spPr>
      </p:pic>
      <p:pic>
        <p:nvPicPr>
          <p:cNvPr id="340" name="图片 339" descr="notree_1_246"/>
          <p:cNvPicPr>
            <a:picLocks noChangeAspect="1"/>
          </p:cNvPicPr>
          <p:nvPr/>
        </p:nvPicPr>
        <p:blipFill>
          <a:blip r:embed="rId148"/>
          <a:stretch>
            <a:fillRect/>
          </a:stretch>
        </p:blipFill>
        <p:spPr>
          <a:xfrm>
            <a:off x="83864450" y="81197450"/>
            <a:ext cx="38100" cy="38100"/>
          </a:xfrm>
          <a:prstGeom prst="rect">
            <a:avLst/>
          </a:prstGeom>
        </p:spPr>
      </p:pic>
      <p:pic>
        <p:nvPicPr>
          <p:cNvPr id="341" name="图片 340" descr="notree_1_247"/>
          <p:cNvPicPr>
            <a:picLocks noChangeAspect="1"/>
          </p:cNvPicPr>
          <p:nvPr/>
        </p:nvPicPr>
        <p:blipFill>
          <a:blip r:embed="rId149"/>
          <a:stretch>
            <a:fillRect/>
          </a:stretch>
        </p:blipFill>
        <p:spPr>
          <a:xfrm>
            <a:off x="84181950" y="81514950"/>
            <a:ext cx="38100" cy="38100"/>
          </a:xfrm>
          <a:prstGeom prst="rect">
            <a:avLst/>
          </a:prstGeom>
        </p:spPr>
      </p:pic>
      <p:pic>
        <p:nvPicPr>
          <p:cNvPr id="342" name="图片 341" descr="notree_1_248"/>
          <p:cNvPicPr>
            <a:picLocks noChangeAspect="1"/>
          </p:cNvPicPr>
          <p:nvPr/>
        </p:nvPicPr>
        <p:blipFill>
          <a:blip r:embed="rId150"/>
          <a:stretch>
            <a:fillRect/>
          </a:stretch>
        </p:blipFill>
        <p:spPr>
          <a:xfrm>
            <a:off x="84499450" y="81832450"/>
            <a:ext cx="38100" cy="38100"/>
          </a:xfrm>
          <a:prstGeom prst="rect">
            <a:avLst/>
          </a:prstGeom>
        </p:spPr>
      </p:pic>
      <p:pic>
        <p:nvPicPr>
          <p:cNvPr id="343" name="图片 342" descr="notree_1_249"/>
          <p:cNvPicPr>
            <a:picLocks noChangeAspect="1"/>
          </p:cNvPicPr>
          <p:nvPr/>
        </p:nvPicPr>
        <p:blipFill>
          <a:blip r:embed="rId151"/>
          <a:stretch>
            <a:fillRect/>
          </a:stretch>
        </p:blipFill>
        <p:spPr>
          <a:xfrm>
            <a:off x="84816950" y="82149950"/>
            <a:ext cx="38100" cy="38100"/>
          </a:xfrm>
          <a:prstGeom prst="rect">
            <a:avLst/>
          </a:prstGeom>
        </p:spPr>
      </p:pic>
      <p:pic>
        <p:nvPicPr>
          <p:cNvPr id="344" name="图片 343" descr="notree_1_250"/>
          <p:cNvPicPr>
            <a:picLocks noChangeAspect="1"/>
          </p:cNvPicPr>
          <p:nvPr/>
        </p:nvPicPr>
        <p:blipFill>
          <a:blip r:embed="rId152"/>
          <a:stretch>
            <a:fillRect/>
          </a:stretch>
        </p:blipFill>
        <p:spPr>
          <a:xfrm>
            <a:off x="85134450" y="82467450"/>
            <a:ext cx="38100" cy="38100"/>
          </a:xfrm>
          <a:prstGeom prst="rect">
            <a:avLst/>
          </a:prstGeom>
        </p:spPr>
      </p:pic>
      <p:pic>
        <p:nvPicPr>
          <p:cNvPr id="345" name="图片 344" descr="notree_1_251"/>
          <p:cNvPicPr>
            <a:picLocks noChangeAspect="1"/>
          </p:cNvPicPr>
          <p:nvPr/>
        </p:nvPicPr>
        <p:blipFill>
          <a:blip r:embed="rId153"/>
          <a:stretch>
            <a:fillRect/>
          </a:stretch>
        </p:blipFill>
        <p:spPr>
          <a:xfrm>
            <a:off x="85451950" y="82784950"/>
            <a:ext cx="38100" cy="38100"/>
          </a:xfrm>
          <a:prstGeom prst="rect">
            <a:avLst/>
          </a:prstGeom>
        </p:spPr>
      </p:pic>
      <p:pic>
        <p:nvPicPr>
          <p:cNvPr id="346" name="图片 345" descr="notree_1_252"/>
          <p:cNvPicPr>
            <a:picLocks noChangeAspect="1"/>
          </p:cNvPicPr>
          <p:nvPr/>
        </p:nvPicPr>
        <p:blipFill>
          <a:blip r:embed="rId154"/>
          <a:stretch>
            <a:fillRect/>
          </a:stretch>
        </p:blipFill>
        <p:spPr>
          <a:xfrm>
            <a:off x="85769450" y="83102450"/>
            <a:ext cx="38100" cy="38100"/>
          </a:xfrm>
          <a:prstGeom prst="rect">
            <a:avLst/>
          </a:prstGeom>
        </p:spPr>
      </p:pic>
      <p:pic>
        <p:nvPicPr>
          <p:cNvPr id="347" name="图片 346" descr="notree_1_253"/>
          <p:cNvPicPr>
            <a:picLocks noChangeAspect="1"/>
          </p:cNvPicPr>
          <p:nvPr/>
        </p:nvPicPr>
        <p:blipFill>
          <a:blip r:embed="rId155"/>
          <a:stretch>
            <a:fillRect/>
          </a:stretch>
        </p:blipFill>
        <p:spPr>
          <a:xfrm>
            <a:off x="86086950" y="83419950"/>
            <a:ext cx="38100" cy="38100"/>
          </a:xfrm>
          <a:prstGeom prst="rect">
            <a:avLst/>
          </a:prstGeom>
        </p:spPr>
      </p:pic>
      <p:pic>
        <p:nvPicPr>
          <p:cNvPr id="348" name="图片 347" descr="notree_1_254"/>
          <p:cNvPicPr>
            <a:picLocks noChangeAspect="1"/>
          </p:cNvPicPr>
          <p:nvPr/>
        </p:nvPicPr>
        <p:blipFill>
          <a:blip r:embed="rId156"/>
          <a:stretch>
            <a:fillRect/>
          </a:stretch>
        </p:blipFill>
        <p:spPr>
          <a:xfrm>
            <a:off x="86404450" y="83737450"/>
            <a:ext cx="38100" cy="38100"/>
          </a:xfrm>
          <a:prstGeom prst="rect">
            <a:avLst/>
          </a:prstGeom>
        </p:spPr>
      </p:pic>
      <p:pic>
        <p:nvPicPr>
          <p:cNvPr id="349" name="图片 348" descr="notree_1_255"/>
          <p:cNvPicPr>
            <a:picLocks noChangeAspect="1"/>
          </p:cNvPicPr>
          <p:nvPr/>
        </p:nvPicPr>
        <p:blipFill>
          <a:blip r:embed="rId157"/>
          <a:stretch>
            <a:fillRect/>
          </a:stretch>
        </p:blipFill>
        <p:spPr>
          <a:xfrm>
            <a:off x="86721950" y="84054950"/>
            <a:ext cx="38100" cy="38100"/>
          </a:xfrm>
          <a:prstGeom prst="rect">
            <a:avLst/>
          </a:prstGeom>
        </p:spPr>
      </p:pic>
      <p:pic>
        <p:nvPicPr>
          <p:cNvPr id="350" name="图片 349" descr="notree_1_256"/>
          <p:cNvPicPr>
            <a:picLocks noChangeAspect="1"/>
          </p:cNvPicPr>
          <p:nvPr/>
        </p:nvPicPr>
        <p:blipFill>
          <a:blip r:embed="rId158"/>
          <a:stretch>
            <a:fillRect/>
          </a:stretch>
        </p:blipFill>
        <p:spPr>
          <a:xfrm>
            <a:off x="87039450" y="84372450"/>
            <a:ext cx="38100" cy="38100"/>
          </a:xfrm>
          <a:prstGeom prst="rect">
            <a:avLst/>
          </a:prstGeom>
        </p:spPr>
      </p:pic>
      <p:pic>
        <p:nvPicPr>
          <p:cNvPr id="351" name="图片 350" descr="notree_1_257"/>
          <p:cNvPicPr>
            <a:picLocks noChangeAspect="1"/>
          </p:cNvPicPr>
          <p:nvPr/>
        </p:nvPicPr>
        <p:blipFill>
          <a:blip r:embed="rId159"/>
          <a:stretch>
            <a:fillRect/>
          </a:stretch>
        </p:blipFill>
        <p:spPr>
          <a:xfrm>
            <a:off x="87356950" y="84689950"/>
            <a:ext cx="38100" cy="38100"/>
          </a:xfrm>
          <a:prstGeom prst="rect">
            <a:avLst/>
          </a:prstGeom>
        </p:spPr>
      </p:pic>
      <p:pic>
        <p:nvPicPr>
          <p:cNvPr id="352" name="图片 351" descr="notree_1_258"/>
          <p:cNvPicPr>
            <a:picLocks noChangeAspect="1"/>
          </p:cNvPicPr>
          <p:nvPr/>
        </p:nvPicPr>
        <p:blipFill>
          <a:blip r:embed="rId160"/>
          <a:stretch>
            <a:fillRect/>
          </a:stretch>
        </p:blipFill>
        <p:spPr>
          <a:xfrm>
            <a:off x="87674450" y="85007450"/>
            <a:ext cx="38100" cy="38100"/>
          </a:xfrm>
          <a:prstGeom prst="rect">
            <a:avLst/>
          </a:prstGeom>
        </p:spPr>
      </p:pic>
      <p:pic>
        <p:nvPicPr>
          <p:cNvPr id="353" name="图片 352" descr="notree_1_259"/>
          <p:cNvPicPr>
            <a:picLocks noChangeAspect="1"/>
          </p:cNvPicPr>
          <p:nvPr/>
        </p:nvPicPr>
        <p:blipFill>
          <a:blip r:embed="rId161"/>
          <a:stretch>
            <a:fillRect/>
          </a:stretch>
        </p:blipFill>
        <p:spPr>
          <a:xfrm>
            <a:off x="87991950" y="85324950"/>
            <a:ext cx="38100" cy="38100"/>
          </a:xfrm>
          <a:prstGeom prst="rect">
            <a:avLst/>
          </a:prstGeom>
        </p:spPr>
      </p:pic>
      <p:pic>
        <p:nvPicPr>
          <p:cNvPr id="354" name="图片 353" descr="notree_1_260"/>
          <p:cNvPicPr>
            <a:picLocks noChangeAspect="1"/>
          </p:cNvPicPr>
          <p:nvPr/>
        </p:nvPicPr>
        <p:blipFill>
          <a:blip r:embed="rId162"/>
          <a:stretch>
            <a:fillRect/>
          </a:stretch>
        </p:blipFill>
        <p:spPr>
          <a:xfrm>
            <a:off x="88309450" y="85642450"/>
            <a:ext cx="38100" cy="38100"/>
          </a:xfrm>
          <a:prstGeom prst="rect">
            <a:avLst/>
          </a:prstGeom>
        </p:spPr>
      </p:pic>
      <p:pic>
        <p:nvPicPr>
          <p:cNvPr id="355" name="图片 354" descr="notree_1_261"/>
          <p:cNvPicPr>
            <a:picLocks noChangeAspect="1"/>
          </p:cNvPicPr>
          <p:nvPr/>
        </p:nvPicPr>
        <p:blipFill>
          <a:blip r:embed="rId163"/>
          <a:stretch>
            <a:fillRect/>
          </a:stretch>
        </p:blipFill>
        <p:spPr>
          <a:xfrm>
            <a:off x="88626950" y="85959950"/>
            <a:ext cx="38100" cy="38100"/>
          </a:xfrm>
          <a:prstGeom prst="rect">
            <a:avLst/>
          </a:prstGeom>
        </p:spPr>
      </p:pic>
      <p:pic>
        <p:nvPicPr>
          <p:cNvPr id="356" name="图片 355" descr="notree_1_262"/>
          <p:cNvPicPr>
            <a:picLocks noChangeAspect="1"/>
          </p:cNvPicPr>
          <p:nvPr/>
        </p:nvPicPr>
        <p:blipFill>
          <a:blip r:embed="rId164"/>
          <a:stretch>
            <a:fillRect/>
          </a:stretch>
        </p:blipFill>
        <p:spPr>
          <a:xfrm>
            <a:off x="88944450" y="86277450"/>
            <a:ext cx="38100" cy="38100"/>
          </a:xfrm>
          <a:prstGeom prst="rect">
            <a:avLst/>
          </a:prstGeom>
        </p:spPr>
      </p:pic>
      <p:pic>
        <p:nvPicPr>
          <p:cNvPr id="357" name="图片 356" descr="notree_1_263"/>
          <p:cNvPicPr>
            <a:picLocks noChangeAspect="1"/>
          </p:cNvPicPr>
          <p:nvPr/>
        </p:nvPicPr>
        <p:blipFill>
          <a:blip r:embed="rId165"/>
          <a:stretch>
            <a:fillRect/>
          </a:stretch>
        </p:blipFill>
        <p:spPr>
          <a:xfrm>
            <a:off x="89261950" y="86594950"/>
            <a:ext cx="38100" cy="38100"/>
          </a:xfrm>
          <a:prstGeom prst="rect">
            <a:avLst/>
          </a:prstGeom>
        </p:spPr>
      </p:pic>
      <p:pic>
        <p:nvPicPr>
          <p:cNvPr id="358" name="图片 357" descr="notree_1_264"/>
          <p:cNvPicPr>
            <a:picLocks noChangeAspect="1"/>
          </p:cNvPicPr>
          <p:nvPr/>
        </p:nvPicPr>
        <p:blipFill>
          <a:blip r:embed="rId166"/>
          <a:stretch>
            <a:fillRect/>
          </a:stretch>
        </p:blipFill>
        <p:spPr>
          <a:xfrm>
            <a:off x="89579450" y="86912450"/>
            <a:ext cx="38100" cy="38100"/>
          </a:xfrm>
          <a:prstGeom prst="rect">
            <a:avLst/>
          </a:prstGeom>
        </p:spPr>
      </p:pic>
      <p:pic>
        <p:nvPicPr>
          <p:cNvPr id="359" name="图片 358" descr="notree_1_265"/>
          <p:cNvPicPr>
            <a:picLocks noChangeAspect="1"/>
          </p:cNvPicPr>
          <p:nvPr/>
        </p:nvPicPr>
        <p:blipFill>
          <a:blip r:embed="rId167"/>
          <a:stretch>
            <a:fillRect/>
          </a:stretch>
        </p:blipFill>
        <p:spPr>
          <a:xfrm>
            <a:off x="89896950" y="87229950"/>
            <a:ext cx="38100" cy="38100"/>
          </a:xfrm>
          <a:prstGeom prst="rect">
            <a:avLst/>
          </a:prstGeom>
        </p:spPr>
      </p:pic>
      <p:pic>
        <p:nvPicPr>
          <p:cNvPr id="360" name="图片 359" descr="notree_1_266"/>
          <p:cNvPicPr>
            <a:picLocks noChangeAspect="1"/>
          </p:cNvPicPr>
          <p:nvPr/>
        </p:nvPicPr>
        <p:blipFill>
          <a:blip r:embed="rId168"/>
          <a:stretch>
            <a:fillRect/>
          </a:stretch>
        </p:blipFill>
        <p:spPr>
          <a:xfrm>
            <a:off x="90214450" y="87547450"/>
            <a:ext cx="38100" cy="38100"/>
          </a:xfrm>
          <a:prstGeom prst="rect">
            <a:avLst/>
          </a:prstGeom>
        </p:spPr>
      </p:pic>
      <p:pic>
        <p:nvPicPr>
          <p:cNvPr id="361" name="图片 360" descr="notree_1_267"/>
          <p:cNvPicPr>
            <a:picLocks noChangeAspect="1"/>
          </p:cNvPicPr>
          <p:nvPr/>
        </p:nvPicPr>
        <p:blipFill>
          <a:blip r:embed="rId169"/>
          <a:stretch>
            <a:fillRect/>
          </a:stretch>
        </p:blipFill>
        <p:spPr>
          <a:xfrm>
            <a:off x="90531950" y="87864950"/>
            <a:ext cx="38100" cy="38100"/>
          </a:xfrm>
          <a:prstGeom prst="rect">
            <a:avLst/>
          </a:prstGeom>
        </p:spPr>
      </p:pic>
      <p:pic>
        <p:nvPicPr>
          <p:cNvPr id="362" name="图片 361" descr="notree_1_268"/>
          <p:cNvPicPr>
            <a:picLocks noChangeAspect="1"/>
          </p:cNvPicPr>
          <p:nvPr/>
        </p:nvPicPr>
        <p:blipFill>
          <a:blip r:embed="rId170"/>
          <a:stretch>
            <a:fillRect/>
          </a:stretch>
        </p:blipFill>
        <p:spPr>
          <a:xfrm>
            <a:off x="90849450" y="88182450"/>
            <a:ext cx="38100" cy="38100"/>
          </a:xfrm>
          <a:prstGeom prst="rect">
            <a:avLst/>
          </a:prstGeom>
        </p:spPr>
      </p:pic>
      <p:pic>
        <p:nvPicPr>
          <p:cNvPr id="363" name="图片 362" descr="notree_1_269"/>
          <p:cNvPicPr>
            <a:picLocks noChangeAspect="1"/>
          </p:cNvPicPr>
          <p:nvPr/>
        </p:nvPicPr>
        <p:blipFill>
          <a:blip r:embed="rId171"/>
          <a:stretch>
            <a:fillRect/>
          </a:stretch>
        </p:blipFill>
        <p:spPr>
          <a:xfrm>
            <a:off x="91166950" y="88499950"/>
            <a:ext cx="38100" cy="38100"/>
          </a:xfrm>
          <a:prstGeom prst="rect">
            <a:avLst/>
          </a:prstGeom>
        </p:spPr>
      </p:pic>
      <p:pic>
        <p:nvPicPr>
          <p:cNvPr id="364" name="图片 363" descr="notree_1_270"/>
          <p:cNvPicPr>
            <a:picLocks noChangeAspect="1"/>
          </p:cNvPicPr>
          <p:nvPr/>
        </p:nvPicPr>
        <p:blipFill>
          <a:blip r:embed="rId172"/>
          <a:stretch>
            <a:fillRect/>
          </a:stretch>
        </p:blipFill>
        <p:spPr>
          <a:xfrm>
            <a:off x="91484450" y="88817450"/>
            <a:ext cx="38100" cy="38100"/>
          </a:xfrm>
          <a:prstGeom prst="rect">
            <a:avLst/>
          </a:prstGeom>
        </p:spPr>
      </p:pic>
      <p:pic>
        <p:nvPicPr>
          <p:cNvPr id="365" name="图片 364" descr="notree_1_271"/>
          <p:cNvPicPr>
            <a:picLocks noChangeAspect="1"/>
          </p:cNvPicPr>
          <p:nvPr/>
        </p:nvPicPr>
        <p:blipFill>
          <a:blip r:embed="rId173"/>
          <a:stretch>
            <a:fillRect/>
          </a:stretch>
        </p:blipFill>
        <p:spPr>
          <a:xfrm>
            <a:off x="91801950" y="89134950"/>
            <a:ext cx="38100" cy="38100"/>
          </a:xfrm>
          <a:prstGeom prst="rect">
            <a:avLst/>
          </a:prstGeom>
        </p:spPr>
      </p:pic>
      <p:pic>
        <p:nvPicPr>
          <p:cNvPr id="366" name="图片 365" descr="notree_1_272"/>
          <p:cNvPicPr>
            <a:picLocks noChangeAspect="1"/>
          </p:cNvPicPr>
          <p:nvPr/>
        </p:nvPicPr>
        <p:blipFill>
          <a:blip r:embed="rId174"/>
          <a:stretch>
            <a:fillRect/>
          </a:stretch>
        </p:blipFill>
        <p:spPr>
          <a:xfrm>
            <a:off x="92119450" y="89452450"/>
            <a:ext cx="38100" cy="38100"/>
          </a:xfrm>
          <a:prstGeom prst="rect">
            <a:avLst/>
          </a:prstGeom>
        </p:spPr>
      </p:pic>
      <p:pic>
        <p:nvPicPr>
          <p:cNvPr id="367" name="图片 366" descr="notree_1_273"/>
          <p:cNvPicPr>
            <a:picLocks noChangeAspect="1"/>
          </p:cNvPicPr>
          <p:nvPr/>
        </p:nvPicPr>
        <p:blipFill>
          <a:blip r:embed="rId175"/>
          <a:stretch>
            <a:fillRect/>
          </a:stretch>
        </p:blipFill>
        <p:spPr>
          <a:xfrm>
            <a:off x="92436950" y="89769950"/>
            <a:ext cx="38100" cy="38100"/>
          </a:xfrm>
          <a:prstGeom prst="rect">
            <a:avLst/>
          </a:prstGeom>
        </p:spPr>
      </p:pic>
      <p:pic>
        <p:nvPicPr>
          <p:cNvPr id="368" name="图片 367" descr="notree_1_274"/>
          <p:cNvPicPr>
            <a:picLocks noChangeAspect="1"/>
          </p:cNvPicPr>
          <p:nvPr/>
        </p:nvPicPr>
        <p:blipFill>
          <a:blip r:embed="rId176"/>
          <a:stretch>
            <a:fillRect/>
          </a:stretch>
        </p:blipFill>
        <p:spPr>
          <a:xfrm>
            <a:off x="92754450" y="90087450"/>
            <a:ext cx="38100" cy="38100"/>
          </a:xfrm>
          <a:prstGeom prst="rect">
            <a:avLst/>
          </a:prstGeom>
        </p:spPr>
      </p:pic>
      <p:pic>
        <p:nvPicPr>
          <p:cNvPr id="369" name="图片 368" descr="notree_1_275"/>
          <p:cNvPicPr>
            <a:picLocks noChangeAspect="1"/>
          </p:cNvPicPr>
          <p:nvPr/>
        </p:nvPicPr>
        <p:blipFill>
          <a:blip r:embed="rId177"/>
          <a:stretch>
            <a:fillRect/>
          </a:stretch>
        </p:blipFill>
        <p:spPr>
          <a:xfrm>
            <a:off x="93071950" y="90404950"/>
            <a:ext cx="38100" cy="38100"/>
          </a:xfrm>
          <a:prstGeom prst="rect">
            <a:avLst/>
          </a:prstGeom>
        </p:spPr>
      </p:pic>
      <p:pic>
        <p:nvPicPr>
          <p:cNvPr id="370" name="图片 369" descr="notree_1_276"/>
          <p:cNvPicPr>
            <a:picLocks noChangeAspect="1"/>
          </p:cNvPicPr>
          <p:nvPr/>
        </p:nvPicPr>
        <p:blipFill>
          <a:blip r:embed="rId178"/>
          <a:stretch>
            <a:fillRect/>
          </a:stretch>
        </p:blipFill>
        <p:spPr>
          <a:xfrm>
            <a:off x="93389450" y="90722450"/>
            <a:ext cx="38100" cy="38100"/>
          </a:xfrm>
          <a:prstGeom prst="rect">
            <a:avLst/>
          </a:prstGeom>
        </p:spPr>
      </p:pic>
      <p:pic>
        <p:nvPicPr>
          <p:cNvPr id="371" name="图片 370" descr="notree_1_277"/>
          <p:cNvPicPr>
            <a:picLocks noChangeAspect="1"/>
          </p:cNvPicPr>
          <p:nvPr/>
        </p:nvPicPr>
        <p:blipFill>
          <a:blip r:embed="rId179"/>
          <a:stretch>
            <a:fillRect/>
          </a:stretch>
        </p:blipFill>
        <p:spPr>
          <a:xfrm>
            <a:off x="93706950" y="91039950"/>
            <a:ext cx="38100" cy="38100"/>
          </a:xfrm>
          <a:prstGeom prst="rect">
            <a:avLst/>
          </a:prstGeom>
        </p:spPr>
      </p:pic>
      <p:pic>
        <p:nvPicPr>
          <p:cNvPr id="372" name="图片 371" descr="notree_1_278"/>
          <p:cNvPicPr>
            <a:picLocks noChangeAspect="1"/>
          </p:cNvPicPr>
          <p:nvPr/>
        </p:nvPicPr>
        <p:blipFill>
          <a:blip r:embed="rId180"/>
          <a:stretch>
            <a:fillRect/>
          </a:stretch>
        </p:blipFill>
        <p:spPr>
          <a:xfrm>
            <a:off x="94024450" y="91357450"/>
            <a:ext cx="38100" cy="38100"/>
          </a:xfrm>
          <a:prstGeom prst="rect">
            <a:avLst/>
          </a:prstGeom>
        </p:spPr>
      </p:pic>
      <p:pic>
        <p:nvPicPr>
          <p:cNvPr id="373" name="图片 372" descr="notree_1_279"/>
          <p:cNvPicPr>
            <a:picLocks noChangeAspect="1"/>
          </p:cNvPicPr>
          <p:nvPr/>
        </p:nvPicPr>
        <p:blipFill>
          <a:blip r:embed="rId181"/>
          <a:stretch>
            <a:fillRect/>
          </a:stretch>
        </p:blipFill>
        <p:spPr>
          <a:xfrm>
            <a:off x="94341950" y="91674950"/>
            <a:ext cx="38100" cy="38100"/>
          </a:xfrm>
          <a:prstGeom prst="rect">
            <a:avLst/>
          </a:prstGeom>
        </p:spPr>
      </p:pic>
      <p:pic>
        <p:nvPicPr>
          <p:cNvPr id="374" name="图片 373" descr="notree_1_280"/>
          <p:cNvPicPr>
            <a:picLocks noChangeAspect="1"/>
          </p:cNvPicPr>
          <p:nvPr/>
        </p:nvPicPr>
        <p:blipFill>
          <a:blip r:embed="rId182"/>
          <a:stretch>
            <a:fillRect/>
          </a:stretch>
        </p:blipFill>
        <p:spPr>
          <a:xfrm>
            <a:off x="94659450" y="91992450"/>
            <a:ext cx="38100" cy="38100"/>
          </a:xfrm>
          <a:prstGeom prst="rect">
            <a:avLst/>
          </a:prstGeom>
        </p:spPr>
      </p:pic>
      <p:pic>
        <p:nvPicPr>
          <p:cNvPr id="375" name="图片 374" descr="notree_1_281"/>
          <p:cNvPicPr>
            <a:picLocks noChangeAspect="1"/>
          </p:cNvPicPr>
          <p:nvPr/>
        </p:nvPicPr>
        <p:blipFill>
          <a:blip r:embed="rId183"/>
          <a:stretch>
            <a:fillRect/>
          </a:stretch>
        </p:blipFill>
        <p:spPr>
          <a:xfrm>
            <a:off x="94976950" y="92309950"/>
            <a:ext cx="38100" cy="38100"/>
          </a:xfrm>
          <a:prstGeom prst="rect">
            <a:avLst/>
          </a:prstGeom>
        </p:spPr>
      </p:pic>
      <p:pic>
        <p:nvPicPr>
          <p:cNvPr id="376" name="图片 375" descr="notree_1_282"/>
          <p:cNvPicPr>
            <a:picLocks noChangeAspect="1"/>
          </p:cNvPicPr>
          <p:nvPr/>
        </p:nvPicPr>
        <p:blipFill>
          <a:blip r:embed="rId184"/>
          <a:stretch>
            <a:fillRect/>
          </a:stretch>
        </p:blipFill>
        <p:spPr>
          <a:xfrm>
            <a:off x="95294450" y="92627450"/>
            <a:ext cx="38100" cy="38100"/>
          </a:xfrm>
          <a:prstGeom prst="rect">
            <a:avLst/>
          </a:prstGeom>
        </p:spPr>
      </p:pic>
      <p:pic>
        <p:nvPicPr>
          <p:cNvPr id="377" name="图片 376" descr="notree_1_283"/>
          <p:cNvPicPr>
            <a:picLocks noChangeAspect="1"/>
          </p:cNvPicPr>
          <p:nvPr/>
        </p:nvPicPr>
        <p:blipFill>
          <a:blip r:embed="rId185"/>
          <a:stretch>
            <a:fillRect/>
          </a:stretch>
        </p:blipFill>
        <p:spPr>
          <a:xfrm>
            <a:off x="95611950" y="92944950"/>
            <a:ext cx="38100" cy="38100"/>
          </a:xfrm>
          <a:prstGeom prst="rect">
            <a:avLst/>
          </a:prstGeom>
        </p:spPr>
      </p:pic>
      <p:pic>
        <p:nvPicPr>
          <p:cNvPr id="378" name="图片 377" descr="notree_1_284"/>
          <p:cNvPicPr>
            <a:picLocks noChangeAspect="1"/>
          </p:cNvPicPr>
          <p:nvPr/>
        </p:nvPicPr>
        <p:blipFill>
          <a:blip r:embed="rId186"/>
          <a:stretch>
            <a:fillRect/>
          </a:stretch>
        </p:blipFill>
        <p:spPr>
          <a:xfrm>
            <a:off x="95929450" y="93262450"/>
            <a:ext cx="38100" cy="38100"/>
          </a:xfrm>
          <a:prstGeom prst="rect">
            <a:avLst/>
          </a:prstGeom>
        </p:spPr>
      </p:pic>
      <p:pic>
        <p:nvPicPr>
          <p:cNvPr id="379" name="图片 378" descr="notree_1_285"/>
          <p:cNvPicPr>
            <a:picLocks noChangeAspect="1"/>
          </p:cNvPicPr>
          <p:nvPr/>
        </p:nvPicPr>
        <p:blipFill>
          <a:blip r:embed="rId187"/>
          <a:stretch>
            <a:fillRect/>
          </a:stretch>
        </p:blipFill>
        <p:spPr>
          <a:xfrm>
            <a:off x="96246950" y="93579950"/>
            <a:ext cx="38100" cy="38100"/>
          </a:xfrm>
          <a:prstGeom prst="rect">
            <a:avLst/>
          </a:prstGeom>
        </p:spPr>
      </p:pic>
      <p:pic>
        <p:nvPicPr>
          <p:cNvPr id="380" name="图片 379" descr="notree_1_286"/>
          <p:cNvPicPr>
            <a:picLocks noChangeAspect="1"/>
          </p:cNvPicPr>
          <p:nvPr/>
        </p:nvPicPr>
        <p:blipFill>
          <a:blip r:embed="rId188"/>
          <a:stretch>
            <a:fillRect/>
          </a:stretch>
        </p:blipFill>
        <p:spPr>
          <a:xfrm>
            <a:off x="96564450" y="93897450"/>
            <a:ext cx="38100" cy="38100"/>
          </a:xfrm>
          <a:prstGeom prst="rect">
            <a:avLst/>
          </a:prstGeom>
        </p:spPr>
      </p:pic>
      <p:pic>
        <p:nvPicPr>
          <p:cNvPr id="381" name="图片 380" descr="notree_1_287"/>
          <p:cNvPicPr>
            <a:picLocks noChangeAspect="1"/>
          </p:cNvPicPr>
          <p:nvPr/>
        </p:nvPicPr>
        <p:blipFill>
          <a:blip r:embed="rId189"/>
          <a:stretch>
            <a:fillRect/>
          </a:stretch>
        </p:blipFill>
        <p:spPr>
          <a:xfrm>
            <a:off x="96881950" y="94214950"/>
            <a:ext cx="38100" cy="38100"/>
          </a:xfrm>
          <a:prstGeom prst="rect">
            <a:avLst/>
          </a:prstGeom>
        </p:spPr>
      </p:pic>
      <p:pic>
        <p:nvPicPr>
          <p:cNvPr id="382" name="图片 381" descr="notree_1_288"/>
          <p:cNvPicPr>
            <a:picLocks noChangeAspect="1"/>
          </p:cNvPicPr>
          <p:nvPr/>
        </p:nvPicPr>
        <p:blipFill>
          <a:blip r:embed="rId190"/>
          <a:stretch>
            <a:fillRect/>
          </a:stretch>
        </p:blipFill>
        <p:spPr>
          <a:xfrm>
            <a:off x="97199450" y="94532450"/>
            <a:ext cx="38100" cy="38100"/>
          </a:xfrm>
          <a:prstGeom prst="rect">
            <a:avLst/>
          </a:prstGeom>
        </p:spPr>
      </p:pic>
      <p:pic>
        <p:nvPicPr>
          <p:cNvPr id="383" name="图片 382" descr="notree_1_289"/>
          <p:cNvPicPr>
            <a:picLocks noChangeAspect="1"/>
          </p:cNvPicPr>
          <p:nvPr/>
        </p:nvPicPr>
        <p:blipFill>
          <a:blip r:embed="rId191"/>
          <a:stretch>
            <a:fillRect/>
          </a:stretch>
        </p:blipFill>
        <p:spPr>
          <a:xfrm>
            <a:off x="97516950" y="94849950"/>
            <a:ext cx="38100" cy="38100"/>
          </a:xfrm>
          <a:prstGeom prst="rect">
            <a:avLst/>
          </a:prstGeom>
        </p:spPr>
      </p:pic>
      <p:pic>
        <p:nvPicPr>
          <p:cNvPr id="384" name="图片 383" descr="notree_1_290"/>
          <p:cNvPicPr>
            <a:picLocks noChangeAspect="1"/>
          </p:cNvPicPr>
          <p:nvPr/>
        </p:nvPicPr>
        <p:blipFill>
          <a:blip r:embed="rId192"/>
          <a:stretch>
            <a:fillRect/>
          </a:stretch>
        </p:blipFill>
        <p:spPr>
          <a:xfrm>
            <a:off x="97834450" y="95167450"/>
            <a:ext cx="38100" cy="38100"/>
          </a:xfrm>
          <a:prstGeom prst="rect">
            <a:avLst/>
          </a:prstGeom>
        </p:spPr>
      </p:pic>
      <p:pic>
        <p:nvPicPr>
          <p:cNvPr id="385" name="图片 384" descr="notree_1_291"/>
          <p:cNvPicPr>
            <a:picLocks noChangeAspect="1"/>
          </p:cNvPicPr>
          <p:nvPr/>
        </p:nvPicPr>
        <p:blipFill>
          <a:blip r:embed="rId193"/>
          <a:stretch>
            <a:fillRect/>
          </a:stretch>
        </p:blipFill>
        <p:spPr>
          <a:xfrm>
            <a:off x="98151950" y="95484950"/>
            <a:ext cx="38100" cy="38100"/>
          </a:xfrm>
          <a:prstGeom prst="rect">
            <a:avLst/>
          </a:prstGeom>
        </p:spPr>
      </p:pic>
      <p:pic>
        <p:nvPicPr>
          <p:cNvPr id="386" name="图片 385" descr="notree_1_292"/>
          <p:cNvPicPr>
            <a:picLocks noChangeAspect="1"/>
          </p:cNvPicPr>
          <p:nvPr/>
        </p:nvPicPr>
        <p:blipFill>
          <a:blip r:embed="rId194"/>
          <a:stretch>
            <a:fillRect/>
          </a:stretch>
        </p:blipFill>
        <p:spPr>
          <a:xfrm>
            <a:off x="98469450" y="95802450"/>
            <a:ext cx="38100" cy="38100"/>
          </a:xfrm>
          <a:prstGeom prst="rect">
            <a:avLst/>
          </a:prstGeom>
        </p:spPr>
      </p:pic>
      <p:pic>
        <p:nvPicPr>
          <p:cNvPr id="387" name="图片 386" descr="notree_1_293"/>
          <p:cNvPicPr>
            <a:picLocks noChangeAspect="1"/>
          </p:cNvPicPr>
          <p:nvPr/>
        </p:nvPicPr>
        <p:blipFill>
          <a:blip r:embed="rId195"/>
          <a:stretch>
            <a:fillRect/>
          </a:stretch>
        </p:blipFill>
        <p:spPr>
          <a:xfrm>
            <a:off x="98786950" y="96119950"/>
            <a:ext cx="38100" cy="38100"/>
          </a:xfrm>
          <a:prstGeom prst="rect">
            <a:avLst/>
          </a:prstGeom>
        </p:spPr>
      </p:pic>
      <p:pic>
        <p:nvPicPr>
          <p:cNvPr id="388" name="图片 387" descr="notree_1_294"/>
          <p:cNvPicPr>
            <a:picLocks noChangeAspect="1"/>
          </p:cNvPicPr>
          <p:nvPr/>
        </p:nvPicPr>
        <p:blipFill>
          <a:blip r:embed="rId196"/>
          <a:stretch>
            <a:fillRect/>
          </a:stretch>
        </p:blipFill>
        <p:spPr>
          <a:xfrm>
            <a:off x="99104450" y="96437450"/>
            <a:ext cx="38100" cy="38100"/>
          </a:xfrm>
          <a:prstGeom prst="rect">
            <a:avLst/>
          </a:prstGeom>
        </p:spPr>
      </p:pic>
      <p:pic>
        <p:nvPicPr>
          <p:cNvPr id="389" name="图片 388" descr="notree_1_295"/>
          <p:cNvPicPr>
            <a:picLocks noChangeAspect="1"/>
          </p:cNvPicPr>
          <p:nvPr/>
        </p:nvPicPr>
        <p:blipFill>
          <a:blip r:embed="rId197"/>
          <a:stretch>
            <a:fillRect/>
          </a:stretch>
        </p:blipFill>
        <p:spPr>
          <a:xfrm>
            <a:off x="99421950" y="96754950"/>
            <a:ext cx="38100" cy="38100"/>
          </a:xfrm>
          <a:prstGeom prst="rect">
            <a:avLst/>
          </a:prstGeom>
        </p:spPr>
      </p:pic>
      <p:pic>
        <p:nvPicPr>
          <p:cNvPr id="390" name="图片 389" descr="notree_1_296"/>
          <p:cNvPicPr>
            <a:picLocks noChangeAspect="1"/>
          </p:cNvPicPr>
          <p:nvPr/>
        </p:nvPicPr>
        <p:blipFill>
          <a:blip r:embed="rId198"/>
          <a:stretch>
            <a:fillRect/>
          </a:stretch>
        </p:blipFill>
        <p:spPr>
          <a:xfrm>
            <a:off x="99739450" y="97072450"/>
            <a:ext cx="38100" cy="38100"/>
          </a:xfrm>
          <a:prstGeom prst="rect">
            <a:avLst/>
          </a:prstGeom>
        </p:spPr>
      </p:pic>
      <p:pic>
        <p:nvPicPr>
          <p:cNvPr id="391" name="图片 390" descr="notree_1_297"/>
          <p:cNvPicPr>
            <a:picLocks noChangeAspect="1"/>
          </p:cNvPicPr>
          <p:nvPr/>
        </p:nvPicPr>
        <p:blipFill>
          <a:blip r:embed="rId199"/>
          <a:stretch>
            <a:fillRect/>
          </a:stretch>
        </p:blipFill>
        <p:spPr>
          <a:xfrm>
            <a:off x="100056950" y="97389950"/>
            <a:ext cx="38100" cy="38100"/>
          </a:xfrm>
          <a:prstGeom prst="rect">
            <a:avLst/>
          </a:prstGeom>
        </p:spPr>
      </p:pic>
      <p:pic>
        <p:nvPicPr>
          <p:cNvPr id="392" name="图片 391" descr="notree_1_298"/>
          <p:cNvPicPr>
            <a:picLocks noChangeAspect="1"/>
          </p:cNvPicPr>
          <p:nvPr/>
        </p:nvPicPr>
        <p:blipFill>
          <a:blip r:embed="rId200"/>
          <a:stretch>
            <a:fillRect/>
          </a:stretch>
        </p:blipFill>
        <p:spPr>
          <a:xfrm>
            <a:off x="100374450" y="97707450"/>
            <a:ext cx="38100" cy="38100"/>
          </a:xfrm>
          <a:prstGeom prst="rect">
            <a:avLst/>
          </a:prstGeom>
        </p:spPr>
      </p:pic>
      <p:pic>
        <p:nvPicPr>
          <p:cNvPr id="393" name="图片 392" descr="notree_1_299"/>
          <p:cNvPicPr>
            <a:picLocks noChangeAspect="1"/>
          </p:cNvPicPr>
          <p:nvPr/>
        </p:nvPicPr>
        <p:blipFill>
          <a:blip r:embed="rId201"/>
          <a:stretch>
            <a:fillRect/>
          </a:stretch>
        </p:blipFill>
        <p:spPr>
          <a:xfrm>
            <a:off x="100691950" y="98024950"/>
            <a:ext cx="38100" cy="38100"/>
          </a:xfrm>
          <a:prstGeom prst="rect">
            <a:avLst/>
          </a:prstGeom>
        </p:spPr>
      </p:pic>
      <p:pic>
        <p:nvPicPr>
          <p:cNvPr id="394" name="图片 393" descr="notree_1_300"/>
          <p:cNvPicPr>
            <a:picLocks noChangeAspect="1"/>
          </p:cNvPicPr>
          <p:nvPr/>
        </p:nvPicPr>
        <p:blipFill>
          <a:blip r:embed="rId202"/>
          <a:stretch>
            <a:fillRect/>
          </a:stretch>
        </p:blipFill>
        <p:spPr>
          <a:xfrm>
            <a:off x="101009450" y="98342450"/>
            <a:ext cx="38100" cy="38100"/>
          </a:xfrm>
          <a:prstGeom prst="rect">
            <a:avLst/>
          </a:prstGeom>
        </p:spPr>
      </p:pic>
      <p:pic>
        <p:nvPicPr>
          <p:cNvPr id="395" name="图片 394" descr="notree_1_301"/>
          <p:cNvPicPr>
            <a:picLocks noChangeAspect="1"/>
          </p:cNvPicPr>
          <p:nvPr/>
        </p:nvPicPr>
        <p:blipFill>
          <a:blip r:embed="rId203"/>
          <a:stretch>
            <a:fillRect/>
          </a:stretch>
        </p:blipFill>
        <p:spPr>
          <a:xfrm>
            <a:off x="101326950" y="98659950"/>
            <a:ext cx="38100" cy="38100"/>
          </a:xfrm>
          <a:prstGeom prst="rect">
            <a:avLst/>
          </a:prstGeom>
        </p:spPr>
      </p:pic>
      <p:pic>
        <p:nvPicPr>
          <p:cNvPr id="396" name="图片 395" descr="notree_1_302"/>
          <p:cNvPicPr>
            <a:picLocks noChangeAspect="1"/>
          </p:cNvPicPr>
          <p:nvPr/>
        </p:nvPicPr>
        <p:blipFill>
          <a:blip r:embed="rId204"/>
          <a:stretch>
            <a:fillRect/>
          </a:stretch>
        </p:blipFill>
        <p:spPr>
          <a:xfrm>
            <a:off x="101644450" y="98977450"/>
            <a:ext cx="38100" cy="38100"/>
          </a:xfrm>
          <a:prstGeom prst="rect">
            <a:avLst/>
          </a:prstGeom>
        </p:spPr>
      </p:pic>
      <p:pic>
        <p:nvPicPr>
          <p:cNvPr id="397" name="图片 396" descr="notree_1_303"/>
          <p:cNvPicPr>
            <a:picLocks noChangeAspect="1"/>
          </p:cNvPicPr>
          <p:nvPr/>
        </p:nvPicPr>
        <p:blipFill>
          <a:blip r:embed="rId205"/>
          <a:stretch>
            <a:fillRect/>
          </a:stretch>
        </p:blipFill>
        <p:spPr>
          <a:xfrm>
            <a:off x="101961950" y="99294950"/>
            <a:ext cx="38100" cy="38100"/>
          </a:xfrm>
          <a:prstGeom prst="rect">
            <a:avLst/>
          </a:prstGeom>
        </p:spPr>
      </p:pic>
      <p:pic>
        <p:nvPicPr>
          <p:cNvPr id="398" name="图片 397" descr="notree_1_304"/>
          <p:cNvPicPr>
            <a:picLocks noChangeAspect="1"/>
          </p:cNvPicPr>
          <p:nvPr/>
        </p:nvPicPr>
        <p:blipFill>
          <a:blip r:embed="rId206"/>
          <a:stretch>
            <a:fillRect/>
          </a:stretch>
        </p:blipFill>
        <p:spPr>
          <a:xfrm>
            <a:off x="102279450" y="99612450"/>
            <a:ext cx="38100" cy="38100"/>
          </a:xfrm>
          <a:prstGeom prst="rect">
            <a:avLst/>
          </a:prstGeom>
        </p:spPr>
      </p:pic>
      <p:pic>
        <p:nvPicPr>
          <p:cNvPr id="399" name="图片 398" descr="notree_1_305"/>
          <p:cNvPicPr>
            <a:picLocks noChangeAspect="1"/>
          </p:cNvPicPr>
          <p:nvPr/>
        </p:nvPicPr>
        <p:blipFill>
          <a:blip r:embed="rId207"/>
          <a:stretch>
            <a:fillRect/>
          </a:stretch>
        </p:blipFill>
        <p:spPr>
          <a:xfrm>
            <a:off x="102596950" y="99929950"/>
            <a:ext cx="38100" cy="38100"/>
          </a:xfrm>
          <a:prstGeom prst="rect">
            <a:avLst/>
          </a:prstGeom>
        </p:spPr>
      </p:pic>
      <p:pic>
        <p:nvPicPr>
          <p:cNvPr id="400" name="图片 399" descr="notree_1_306"/>
          <p:cNvPicPr>
            <a:picLocks noChangeAspect="1"/>
          </p:cNvPicPr>
          <p:nvPr/>
        </p:nvPicPr>
        <p:blipFill>
          <a:blip r:embed="rId208"/>
          <a:stretch>
            <a:fillRect/>
          </a:stretch>
        </p:blipFill>
        <p:spPr>
          <a:xfrm>
            <a:off x="102914450" y="100247450"/>
            <a:ext cx="38100" cy="38100"/>
          </a:xfrm>
          <a:prstGeom prst="rect">
            <a:avLst/>
          </a:prstGeom>
        </p:spPr>
      </p:pic>
      <p:pic>
        <p:nvPicPr>
          <p:cNvPr id="401" name="图片 400" descr="notree_1_307"/>
          <p:cNvPicPr>
            <a:picLocks noChangeAspect="1"/>
          </p:cNvPicPr>
          <p:nvPr/>
        </p:nvPicPr>
        <p:blipFill>
          <a:blip r:embed="rId209"/>
          <a:stretch>
            <a:fillRect/>
          </a:stretch>
        </p:blipFill>
        <p:spPr>
          <a:xfrm>
            <a:off x="103231950" y="100564950"/>
            <a:ext cx="38100" cy="38100"/>
          </a:xfrm>
          <a:prstGeom prst="rect">
            <a:avLst/>
          </a:prstGeom>
        </p:spPr>
      </p:pic>
      <p:pic>
        <p:nvPicPr>
          <p:cNvPr id="402" name="图片 401" descr="notree_1_308"/>
          <p:cNvPicPr>
            <a:picLocks noChangeAspect="1"/>
          </p:cNvPicPr>
          <p:nvPr/>
        </p:nvPicPr>
        <p:blipFill>
          <a:blip r:embed="rId210"/>
          <a:stretch>
            <a:fillRect/>
          </a:stretch>
        </p:blipFill>
        <p:spPr>
          <a:xfrm>
            <a:off x="103549450" y="100882450"/>
            <a:ext cx="38100" cy="38100"/>
          </a:xfrm>
          <a:prstGeom prst="rect">
            <a:avLst/>
          </a:prstGeom>
        </p:spPr>
      </p:pic>
      <p:pic>
        <p:nvPicPr>
          <p:cNvPr id="403" name="图片 402" descr="notree_1_309"/>
          <p:cNvPicPr>
            <a:picLocks noChangeAspect="1"/>
          </p:cNvPicPr>
          <p:nvPr/>
        </p:nvPicPr>
        <p:blipFill>
          <a:blip r:embed="rId211"/>
          <a:stretch>
            <a:fillRect/>
          </a:stretch>
        </p:blipFill>
        <p:spPr>
          <a:xfrm>
            <a:off x="103866950" y="101199950"/>
            <a:ext cx="38100" cy="38100"/>
          </a:xfrm>
          <a:prstGeom prst="rect">
            <a:avLst/>
          </a:prstGeom>
        </p:spPr>
      </p:pic>
      <p:pic>
        <p:nvPicPr>
          <p:cNvPr id="404" name="图片 403" descr="notree_1_310"/>
          <p:cNvPicPr>
            <a:picLocks noChangeAspect="1"/>
          </p:cNvPicPr>
          <p:nvPr/>
        </p:nvPicPr>
        <p:blipFill>
          <a:blip r:embed="rId212"/>
          <a:stretch>
            <a:fillRect/>
          </a:stretch>
        </p:blipFill>
        <p:spPr>
          <a:xfrm>
            <a:off x="104184450" y="101517450"/>
            <a:ext cx="38100" cy="38100"/>
          </a:xfrm>
          <a:prstGeom prst="rect">
            <a:avLst/>
          </a:prstGeom>
        </p:spPr>
      </p:pic>
      <p:pic>
        <p:nvPicPr>
          <p:cNvPr id="405" name="图片 404" descr="notree_1_311"/>
          <p:cNvPicPr>
            <a:picLocks noChangeAspect="1"/>
          </p:cNvPicPr>
          <p:nvPr/>
        </p:nvPicPr>
        <p:blipFill>
          <a:blip r:embed="rId213"/>
          <a:stretch>
            <a:fillRect/>
          </a:stretch>
        </p:blipFill>
        <p:spPr>
          <a:xfrm>
            <a:off x="104501950" y="101834950"/>
            <a:ext cx="38100" cy="38100"/>
          </a:xfrm>
          <a:prstGeom prst="rect">
            <a:avLst/>
          </a:prstGeom>
        </p:spPr>
      </p:pic>
      <p:pic>
        <p:nvPicPr>
          <p:cNvPr id="406" name="图片 405" descr="notree_1_312"/>
          <p:cNvPicPr>
            <a:picLocks noChangeAspect="1"/>
          </p:cNvPicPr>
          <p:nvPr/>
        </p:nvPicPr>
        <p:blipFill>
          <a:blip r:embed="rId214"/>
          <a:stretch>
            <a:fillRect/>
          </a:stretch>
        </p:blipFill>
        <p:spPr>
          <a:xfrm>
            <a:off x="104819450" y="102152450"/>
            <a:ext cx="38100" cy="38100"/>
          </a:xfrm>
          <a:prstGeom prst="rect">
            <a:avLst/>
          </a:prstGeom>
        </p:spPr>
      </p:pic>
      <p:pic>
        <p:nvPicPr>
          <p:cNvPr id="407" name="图片 406" descr="notree_1_313"/>
          <p:cNvPicPr>
            <a:picLocks noChangeAspect="1"/>
          </p:cNvPicPr>
          <p:nvPr/>
        </p:nvPicPr>
        <p:blipFill>
          <a:blip r:embed="rId215"/>
          <a:stretch>
            <a:fillRect/>
          </a:stretch>
        </p:blipFill>
        <p:spPr>
          <a:xfrm>
            <a:off x="105136950" y="102469950"/>
            <a:ext cx="38100" cy="38100"/>
          </a:xfrm>
          <a:prstGeom prst="rect">
            <a:avLst/>
          </a:prstGeom>
        </p:spPr>
      </p:pic>
      <p:pic>
        <p:nvPicPr>
          <p:cNvPr id="408" name="图片 407" descr="notree_1_314"/>
          <p:cNvPicPr>
            <a:picLocks noChangeAspect="1"/>
          </p:cNvPicPr>
          <p:nvPr/>
        </p:nvPicPr>
        <p:blipFill>
          <a:blip r:embed="rId216"/>
          <a:stretch>
            <a:fillRect/>
          </a:stretch>
        </p:blipFill>
        <p:spPr>
          <a:xfrm>
            <a:off x="105454450" y="102787450"/>
            <a:ext cx="38100" cy="38100"/>
          </a:xfrm>
          <a:prstGeom prst="rect">
            <a:avLst/>
          </a:prstGeom>
        </p:spPr>
      </p:pic>
      <p:pic>
        <p:nvPicPr>
          <p:cNvPr id="409" name="图片 408" descr="notree_1_315"/>
          <p:cNvPicPr>
            <a:picLocks noChangeAspect="1"/>
          </p:cNvPicPr>
          <p:nvPr/>
        </p:nvPicPr>
        <p:blipFill>
          <a:blip r:embed="rId217"/>
          <a:stretch>
            <a:fillRect/>
          </a:stretch>
        </p:blipFill>
        <p:spPr>
          <a:xfrm>
            <a:off x="105771950" y="103104950"/>
            <a:ext cx="38100" cy="38100"/>
          </a:xfrm>
          <a:prstGeom prst="rect">
            <a:avLst/>
          </a:prstGeom>
        </p:spPr>
      </p:pic>
      <p:pic>
        <p:nvPicPr>
          <p:cNvPr id="410" name="图片 409" descr="notree_1_316"/>
          <p:cNvPicPr>
            <a:picLocks noChangeAspect="1"/>
          </p:cNvPicPr>
          <p:nvPr/>
        </p:nvPicPr>
        <p:blipFill>
          <a:blip r:embed="rId218"/>
          <a:stretch>
            <a:fillRect/>
          </a:stretch>
        </p:blipFill>
        <p:spPr>
          <a:xfrm>
            <a:off x="106089450" y="103422450"/>
            <a:ext cx="38100" cy="38100"/>
          </a:xfrm>
          <a:prstGeom prst="rect">
            <a:avLst/>
          </a:prstGeom>
        </p:spPr>
      </p:pic>
      <p:pic>
        <p:nvPicPr>
          <p:cNvPr id="411" name="图片 410" descr="notree_1_317"/>
          <p:cNvPicPr>
            <a:picLocks noChangeAspect="1"/>
          </p:cNvPicPr>
          <p:nvPr/>
        </p:nvPicPr>
        <p:blipFill>
          <a:blip r:embed="rId219"/>
          <a:stretch>
            <a:fillRect/>
          </a:stretch>
        </p:blipFill>
        <p:spPr>
          <a:xfrm>
            <a:off x="106406950" y="103739950"/>
            <a:ext cx="38100" cy="38100"/>
          </a:xfrm>
          <a:prstGeom prst="rect">
            <a:avLst/>
          </a:prstGeom>
        </p:spPr>
      </p:pic>
      <p:pic>
        <p:nvPicPr>
          <p:cNvPr id="412" name="图片 411" descr="notree_1_318"/>
          <p:cNvPicPr>
            <a:picLocks noChangeAspect="1"/>
          </p:cNvPicPr>
          <p:nvPr/>
        </p:nvPicPr>
        <p:blipFill>
          <a:blip r:embed="rId220"/>
          <a:stretch>
            <a:fillRect/>
          </a:stretch>
        </p:blipFill>
        <p:spPr>
          <a:xfrm>
            <a:off x="106724450" y="104057450"/>
            <a:ext cx="38100" cy="38100"/>
          </a:xfrm>
          <a:prstGeom prst="rect">
            <a:avLst/>
          </a:prstGeom>
        </p:spPr>
      </p:pic>
      <p:pic>
        <p:nvPicPr>
          <p:cNvPr id="413" name="图片 412" descr="notree_1_319"/>
          <p:cNvPicPr>
            <a:picLocks noChangeAspect="1"/>
          </p:cNvPicPr>
          <p:nvPr/>
        </p:nvPicPr>
        <p:blipFill>
          <a:blip r:embed="rId221"/>
          <a:stretch>
            <a:fillRect/>
          </a:stretch>
        </p:blipFill>
        <p:spPr>
          <a:xfrm>
            <a:off x="107041950" y="104374950"/>
            <a:ext cx="38100" cy="38100"/>
          </a:xfrm>
          <a:prstGeom prst="rect">
            <a:avLst/>
          </a:prstGeom>
        </p:spPr>
      </p:pic>
      <p:pic>
        <p:nvPicPr>
          <p:cNvPr id="414" name="图片 413" descr="notree_1_320"/>
          <p:cNvPicPr>
            <a:picLocks noChangeAspect="1"/>
          </p:cNvPicPr>
          <p:nvPr/>
        </p:nvPicPr>
        <p:blipFill>
          <a:blip r:embed="rId222"/>
          <a:stretch>
            <a:fillRect/>
          </a:stretch>
        </p:blipFill>
        <p:spPr>
          <a:xfrm>
            <a:off x="107359450" y="104692450"/>
            <a:ext cx="38100" cy="38100"/>
          </a:xfrm>
          <a:prstGeom prst="rect">
            <a:avLst/>
          </a:prstGeom>
        </p:spPr>
      </p:pic>
      <p:pic>
        <p:nvPicPr>
          <p:cNvPr id="415" name="图片 414" descr="notree_1_321"/>
          <p:cNvPicPr>
            <a:picLocks noChangeAspect="1"/>
          </p:cNvPicPr>
          <p:nvPr/>
        </p:nvPicPr>
        <p:blipFill>
          <a:blip r:embed="rId223"/>
          <a:stretch>
            <a:fillRect/>
          </a:stretch>
        </p:blipFill>
        <p:spPr>
          <a:xfrm>
            <a:off x="107676950" y="105009950"/>
            <a:ext cx="38100" cy="38100"/>
          </a:xfrm>
          <a:prstGeom prst="rect">
            <a:avLst/>
          </a:prstGeom>
        </p:spPr>
      </p:pic>
      <p:pic>
        <p:nvPicPr>
          <p:cNvPr id="416" name="图片 415" descr="notree_1_322"/>
          <p:cNvPicPr>
            <a:picLocks noChangeAspect="1"/>
          </p:cNvPicPr>
          <p:nvPr/>
        </p:nvPicPr>
        <p:blipFill>
          <a:blip r:embed="rId224"/>
          <a:stretch>
            <a:fillRect/>
          </a:stretch>
        </p:blipFill>
        <p:spPr>
          <a:xfrm>
            <a:off x="107994450" y="105327450"/>
            <a:ext cx="38100" cy="38100"/>
          </a:xfrm>
          <a:prstGeom prst="rect">
            <a:avLst/>
          </a:prstGeom>
        </p:spPr>
      </p:pic>
      <p:pic>
        <p:nvPicPr>
          <p:cNvPr id="417" name="图片 416" descr="notree_1_323"/>
          <p:cNvPicPr>
            <a:picLocks noChangeAspect="1"/>
          </p:cNvPicPr>
          <p:nvPr/>
        </p:nvPicPr>
        <p:blipFill>
          <a:blip r:embed="rId225"/>
          <a:stretch>
            <a:fillRect/>
          </a:stretch>
        </p:blipFill>
        <p:spPr>
          <a:xfrm>
            <a:off x="108311950" y="105644950"/>
            <a:ext cx="38100" cy="38100"/>
          </a:xfrm>
          <a:prstGeom prst="rect">
            <a:avLst/>
          </a:prstGeom>
        </p:spPr>
      </p:pic>
      <p:pic>
        <p:nvPicPr>
          <p:cNvPr id="418" name="图片 417" descr="notree_1_324"/>
          <p:cNvPicPr>
            <a:picLocks noChangeAspect="1"/>
          </p:cNvPicPr>
          <p:nvPr/>
        </p:nvPicPr>
        <p:blipFill>
          <a:blip r:embed="rId226"/>
          <a:stretch>
            <a:fillRect/>
          </a:stretch>
        </p:blipFill>
        <p:spPr>
          <a:xfrm>
            <a:off x="108629450" y="105962450"/>
            <a:ext cx="38100" cy="38100"/>
          </a:xfrm>
          <a:prstGeom prst="rect">
            <a:avLst/>
          </a:prstGeom>
        </p:spPr>
      </p:pic>
      <p:pic>
        <p:nvPicPr>
          <p:cNvPr id="419" name="图片 418" descr="notree_1_325"/>
          <p:cNvPicPr>
            <a:picLocks noChangeAspect="1"/>
          </p:cNvPicPr>
          <p:nvPr/>
        </p:nvPicPr>
        <p:blipFill>
          <a:blip r:embed="rId227"/>
          <a:stretch>
            <a:fillRect/>
          </a:stretch>
        </p:blipFill>
        <p:spPr>
          <a:xfrm>
            <a:off x="108946950" y="106279950"/>
            <a:ext cx="38100" cy="38100"/>
          </a:xfrm>
          <a:prstGeom prst="rect">
            <a:avLst/>
          </a:prstGeom>
        </p:spPr>
      </p:pic>
      <p:pic>
        <p:nvPicPr>
          <p:cNvPr id="420" name="图片 419" descr="notree_1_326"/>
          <p:cNvPicPr>
            <a:picLocks noChangeAspect="1"/>
          </p:cNvPicPr>
          <p:nvPr/>
        </p:nvPicPr>
        <p:blipFill>
          <a:blip r:embed="rId228"/>
          <a:stretch>
            <a:fillRect/>
          </a:stretch>
        </p:blipFill>
        <p:spPr>
          <a:xfrm>
            <a:off x="109264450" y="106597450"/>
            <a:ext cx="38100" cy="38100"/>
          </a:xfrm>
          <a:prstGeom prst="rect">
            <a:avLst/>
          </a:prstGeom>
        </p:spPr>
      </p:pic>
      <p:pic>
        <p:nvPicPr>
          <p:cNvPr id="421" name="图片 420" descr="notree_1_327"/>
          <p:cNvPicPr>
            <a:picLocks noChangeAspect="1"/>
          </p:cNvPicPr>
          <p:nvPr/>
        </p:nvPicPr>
        <p:blipFill>
          <a:blip r:embed="rId229"/>
          <a:stretch>
            <a:fillRect/>
          </a:stretch>
        </p:blipFill>
        <p:spPr>
          <a:xfrm>
            <a:off x="109581950" y="106914950"/>
            <a:ext cx="38100" cy="38100"/>
          </a:xfrm>
          <a:prstGeom prst="rect">
            <a:avLst/>
          </a:prstGeom>
        </p:spPr>
      </p:pic>
      <p:pic>
        <p:nvPicPr>
          <p:cNvPr id="422" name="图片 421" descr="notree_1_328"/>
          <p:cNvPicPr>
            <a:picLocks noChangeAspect="1"/>
          </p:cNvPicPr>
          <p:nvPr/>
        </p:nvPicPr>
        <p:blipFill>
          <a:blip r:embed="rId230"/>
          <a:stretch>
            <a:fillRect/>
          </a:stretch>
        </p:blipFill>
        <p:spPr>
          <a:xfrm>
            <a:off x="109899450" y="107232450"/>
            <a:ext cx="38100" cy="38100"/>
          </a:xfrm>
          <a:prstGeom prst="rect">
            <a:avLst/>
          </a:prstGeom>
        </p:spPr>
      </p:pic>
      <p:pic>
        <p:nvPicPr>
          <p:cNvPr id="423" name="图片 422" descr="notree_1_329"/>
          <p:cNvPicPr>
            <a:picLocks noChangeAspect="1"/>
          </p:cNvPicPr>
          <p:nvPr/>
        </p:nvPicPr>
        <p:blipFill>
          <a:blip r:embed="rId231"/>
          <a:stretch>
            <a:fillRect/>
          </a:stretch>
        </p:blipFill>
        <p:spPr>
          <a:xfrm>
            <a:off x="110216950" y="107549950"/>
            <a:ext cx="38100" cy="38100"/>
          </a:xfrm>
          <a:prstGeom prst="rect">
            <a:avLst/>
          </a:prstGeom>
        </p:spPr>
      </p:pic>
      <p:pic>
        <p:nvPicPr>
          <p:cNvPr id="424" name="图片 423" descr="notree_1_330"/>
          <p:cNvPicPr>
            <a:picLocks noChangeAspect="1"/>
          </p:cNvPicPr>
          <p:nvPr/>
        </p:nvPicPr>
        <p:blipFill>
          <a:blip r:embed="rId232"/>
          <a:stretch>
            <a:fillRect/>
          </a:stretch>
        </p:blipFill>
        <p:spPr>
          <a:xfrm>
            <a:off x="110534450" y="107867450"/>
            <a:ext cx="38100" cy="38100"/>
          </a:xfrm>
          <a:prstGeom prst="rect">
            <a:avLst/>
          </a:prstGeom>
        </p:spPr>
      </p:pic>
      <p:pic>
        <p:nvPicPr>
          <p:cNvPr id="425" name="图片 424" descr="notree_1_331"/>
          <p:cNvPicPr>
            <a:picLocks noChangeAspect="1"/>
          </p:cNvPicPr>
          <p:nvPr/>
        </p:nvPicPr>
        <p:blipFill>
          <a:blip r:embed="rId233"/>
          <a:stretch>
            <a:fillRect/>
          </a:stretch>
        </p:blipFill>
        <p:spPr>
          <a:xfrm>
            <a:off x="110851950" y="108184950"/>
            <a:ext cx="38100" cy="38100"/>
          </a:xfrm>
          <a:prstGeom prst="rect">
            <a:avLst/>
          </a:prstGeom>
        </p:spPr>
      </p:pic>
      <p:pic>
        <p:nvPicPr>
          <p:cNvPr id="426" name="图片 425" descr="notree_1_332"/>
          <p:cNvPicPr>
            <a:picLocks noChangeAspect="1"/>
          </p:cNvPicPr>
          <p:nvPr/>
        </p:nvPicPr>
        <p:blipFill>
          <a:blip r:embed="rId234"/>
          <a:stretch>
            <a:fillRect/>
          </a:stretch>
        </p:blipFill>
        <p:spPr>
          <a:xfrm>
            <a:off x="111169450" y="108502450"/>
            <a:ext cx="38100" cy="38100"/>
          </a:xfrm>
          <a:prstGeom prst="rect">
            <a:avLst/>
          </a:prstGeom>
        </p:spPr>
      </p:pic>
      <p:pic>
        <p:nvPicPr>
          <p:cNvPr id="427" name="图片 426" descr="notree_1_333"/>
          <p:cNvPicPr>
            <a:picLocks noChangeAspect="1"/>
          </p:cNvPicPr>
          <p:nvPr/>
        </p:nvPicPr>
        <p:blipFill>
          <a:blip r:embed="rId235"/>
          <a:stretch>
            <a:fillRect/>
          </a:stretch>
        </p:blipFill>
        <p:spPr>
          <a:xfrm>
            <a:off x="111486950" y="108819950"/>
            <a:ext cx="38100" cy="38100"/>
          </a:xfrm>
          <a:prstGeom prst="rect">
            <a:avLst/>
          </a:prstGeom>
        </p:spPr>
      </p:pic>
      <p:pic>
        <p:nvPicPr>
          <p:cNvPr id="428" name="图片 427" descr="notree_1_334"/>
          <p:cNvPicPr>
            <a:picLocks noChangeAspect="1"/>
          </p:cNvPicPr>
          <p:nvPr/>
        </p:nvPicPr>
        <p:blipFill>
          <a:blip r:embed="rId236"/>
          <a:stretch>
            <a:fillRect/>
          </a:stretch>
        </p:blipFill>
        <p:spPr>
          <a:xfrm>
            <a:off x="111804450" y="109137450"/>
            <a:ext cx="38100" cy="38100"/>
          </a:xfrm>
          <a:prstGeom prst="rect">
            <a:avLst/>
          </a:prstGeom>
        </p:spPr>
      </p:pic>
      <p:pic>
        <p:nvPicPr>
          <p:cNvPr id="429" name="图片 428" descr="notree_1_335"/>
          <p:cNvPicPr>
            <a:picLocks noChangeAspect="1"/>
          </p:cNvPicPr>
          <p:nvPr/>
        </p:nvPicPr>
        <p:blipFill>
          <a:blip r:embed="rId237"/>
          <a:stretch>
            <a:fillRect/>
          </a:stretch>
        </p:blipFill>
        <p:spPr>
          <a:xfrm>
            <a:off x="112121950" y="109454950"/>
            <a:ext cx="38100" cy="38100"/>
          </a:xfrm>
          <a:prstGeom prst="rect">
            <a:avLst/>
          </a:prstGeom>
        </p:spPr>
      </p:pic>
      <p:pic>
        <p:nvPicPr>
          <p:cNvPr id="430" name="图片 429" descr="notree_1_336"/>
          <p:cNvPicPr>
            <a:picLocks noChangeAspect="1"/>
          </p:cNvPicPr>
          <p:nvPr/>
        </p:nvPicPr>
        <p:blipFill>
          <a:blip r:embed="rId238"/>
          <a:stretch>
            <a:fillRect/>
          </a:stretch>
        </p:blipFill>
        <p:spPr>
          <a:xfrm>
            <a:off x="112439450" y="109772450"/>
            <a:ext cx="38100" cy="38100"/>
          </a:xfrm>
          <a:prstGeom prst="rect">
            <a:avLst/>
          </a:prstGeom>
        </p:spPr>
      </p:pic>
      <p:pic>
        <p:nvPicPr>
          <p:cNvPr id="431" name="图片 430" descr="notree_1_337"/>
          <p:cNvPicPr>
            <a:picLocks noChangeAspect="1"/>
          </p:cNvPicPr>
          <p:nvPr/>
        </p:nvPicPr>
        <p:blipFill>
          <a:blip r:embed="rId239"/>
          <a:stretch>
            <a:fillRect/>
          </a:stretch>
        </p:blipFill>
        <p:spPr>
          <a:xfrm>
            <a:off x="112756950" y="110089950"/>
            <a:ext cx="38100" cy="38100"/>
          </a:xfrm>
          <a:prstGeom prst="rect">
            <a:avLst/>
          </a:prstGeom>
        </p:spPr>
      </p:pic>
      <p:pic>
        <p:nvPicPr>
          <p:cNvPr id="432" name="图片 431" descr="notree_1_338"/>
          <p:cNvPicPr>
            <a:picLocks noChangeAspect="1"/>
          </p:cNvPicPr>
          <p:nvPr/>
        </p:nvPicPr>
        <p:blipFill>
          <a:blip r:embed="rId240"/>
          <a:stretch>
            <a:fillRect/>
          </a:stretch>
        </p:blipFill>
        <p:spPr>
          <a:xfrm>
            <a:off x="113074450" y="110407450"/>
            <a:ext cx="38100" cy="38100"/>
          </a:xfrm>
          <a:prstGeom prst="rect">
            <a:avLst/>
          </a:prstGeom>
        </p:spPr>
      </p:pic>
      <p:pic>
        <p:nvPicPr>
          <p:cNvPr id="433" name="图片 432" descr="notree_1_339"/>
          <p:cNvPicPr>
            <a:picLocks noChangeAspect="1"/>
          </p:cNvPicPr>
          <p:nvPr/>
        </p:nvPicPr>
        <p:blipFill>
          <a:blip r:embed="rId241"/>
          <a:stretch>
            <a:fillRect/>
          </a:stretch>
        </p:blipFill>
        <p:spPr>
          <a:xfrm>
            <a:off x="113391950" y="110724950"/>
            <a:ext cx="38100" cy="38100"/>
          </a:xfrm>
          <a:prstGeom prst="rect">
            <a:avLst/>
          </a:prstGeom>
        </p:spPr>
      </p:pic>
      <p:pic>
        <p:nvPicPr>
          <p:cNvPr id="434" name="图片 433" descr="notree_1_340"/>
          <p:cNvPicPr>
            <a:picLocks noChangeAspect="1"/>
          </p:cNvPicPr>
          <p:nvPr/>
        </p:nvPicPr>
        <p:blipFill>
          <a:blip r:embed="rId242"/>
          <a:stretch>
            <a:fillRect/>
          </a:stretch>
        </p:blipFill>
        <p:spPr>
          <a:xfrm>
            <a:off x="113709450" y="111042450"/>
            <a:ext cx="38100" cy="38100"/>
          </a:xfrm>
          <a:prstGeom prst="rect">
            <a:avLst/>
          </a:prstGeom>
        </p:spPr>
      </p:pic>
      <p:pic>
        <p:nvPicPr>
          <p:cNvPr id="435" name="图片 434" descr="notree_1_341"/>
          <p:cNvPicPr>
            <a:picLocks noChangeAspect="1"/>
          </p:cNvPicPr>
          <p:nvPr/>
        </p:nvPicPr>
        <p:blipFill>
          <a:blip r:embed="rId243"/>
          <a:stretch>
            <a:fillRect/>
          </a:stretch>
        </p:blipFill>
        <p:spPr>
          <a:xfrm>
            <a:off x="114026950" y="111359950"/>
            <a:ext cx="38100" cy="38100"/>
          </a:xfrm>
          <a:prstGeom prst="rect">
            <a:avLst/>
          </a:prstGeom>
        </p:spPr>
      </p:pic>
      <p:pic>
        <p:nvPicPr>
          <p:cNvPr id="436" name="图片 435" descr="notree_1_342"/>
          <p:cNvPicPr>
            <a:picLocks noChangeAspect="1"/>
          </p:cNvPicPr>
          <p:nvPr/>
        </p:nvPicPr>
        <p:blipFill>
          <a:blip r:embed="rId244"/>
          <a:stretch>
            <a:fillRect/>
          </a:stretch>
        </p:blipFill>
        <p:spPr>
          <a:xfrm>
            <a:off x="114344450" y="111677450"/>
            <a:ext cx="38100" cy="38100"/>
          </a:xfrm>
          <a:prstGeom prst="rect">
            <a:avLst/>
          </a:prstGeom>
        </p:spPr>
      </p:pic>
      <p:pic>
        <p:nvPicPr>
          <p:cNvPr id="437" name="图片 436" descr="notree_1_343"/>
          <p:cNvPicPr>
            <a:picLocks noChangeAspect="1"/>
          </p:cNvPicPr>
          <p:nvPr/>
        </p:nvPicPr>
        <p:blipFill>
          <a:blip r:embed="rId245"/>
          <a:stretch>
            <a:fillRect/>
          </a:stretch>
        </p:blipFill>
        <p:spPr>
          <a:xfrm>
            <a:off x="114661950" y="111994950"/>
            <a:ext cx="38100" cy="38100"/>
          </a:xfrm>
          <a:prstGeom prst="rect">
            <a:avLst/>
          </a:prstGeom>
        </p:spPr>
      </p:pic>
      <p:pic>
        <p:nvPicPr>
          <p:cNvPr id="438" name="图片 437" descr="notree_1_344"/>
          <p:cNvPicPr>
            <a:picLocks noChangeAspect="1"/>
          </p:cNvPicPr>
          <p:nvPr/>
        </p:nvPicPr>
        <p:blipFill>
          <a:blip r:embed="rId246"/>
          <a:stretch>
            <a:fillRect/>
          </a:stretch>
        </p:blipFill>
        <p:spPr>
          <a:xfrm>
            <a:off x="114979450" y="112312450"/>
            <a:ext cx="38100" cy="38100"/>
          </a:xfrm>
          <a:prstGeom prst="rect">
            <a:avLst/>
          </a:prstGeom>
        </p:spPr>
      </p:pic>
      <p:pic>
        <p:nvPicPr>
          <p:cNvPr id="439" name="图片 438" descr="notree_1_345"/>
          <p:cNvPicPr>
            <a:picLocks noChangeAspect="1"/>
          </p:cNvPicPr>
          <p:nvPr/>
        </p:nvPicPr>
        <p:blipFill>
          <a:blip r:embed="rId247"/>
          <a:stretch>
            <a:fillRect/>
          </a:stretch>
        </p:blipFill>
        <p:spPr>
          <a:xfrm>
            <a:off x="115296950" y="112629950"/>
            <a:ext cx="38100" cy="38100"/>
          </a:xfrm>
          <a:prstGeom prst="rect">
            <a:avLst/>
          </a:prstGeom>
        </p:spPr>
      </p:pic>
      <p:pic>
        <p:nvPicPr>
          <p:cNvPr id="440" name="图片 439" descr="notree_1_346"/>
          <p:cNvPicPr>
            <a:picLocks noChangeAspect="1"/>
          </p:cNvPicPr>
          <p:nvPr/>
        </p:nvPicPr>
        <p:blipFill>
          <a:blip r:embed="rId248"/>
          <a:stretch>
            <a:fillRect/>
          </a:stretch>
        </p:blipFill>
        <p:spPr>
          <a:xfrm>
            <a:off x="115614450" y="112947450"/>
            <a:ext cx="38100" cy="38100"/>
          </a:xfrm>
          <a:prstGeom prst="rect">
            <a:avLst/>
          </a:prstGeom>
        </p:spPr>
      </p:pic>
      <p:pic>
        <p:nvPicPr>
          <p:cNvPr id="441" name="图片 440" descr="notree_1_347"/>
          <p:cNvPicPr>
            <a:picLocks noChangeAspect="1"/>
          </p:cNvPicPr>
          <p:nvPr/>
        </p:nvPicPr>
        <p:blipFill>
          <a:blip r:embed="rId249"/>
          <a:stretch>
            <a:fillRect/>
          </a:stretch>
        </p:blipFill>
        <p:spPr>
          <a:xfrm>
            <a:off x="115931950" y="113264950"/>
            <a:ext cx="38100" cy="38100"/>
          </a:xfrm>
          <a:prstGeom prst="rect">
            <a:avLst/>
          </a:prstGeom>
        </p:spPr>
      </p:pic>
      <p:pic>
        <p:nvPicPr>
          <p:cNvPr id="442" name="图片 441" descr="notree_1_348"/>
          <p:cNvPicPr>
            <a:picLocks noChangeAspect="1"/>
          </p:cNvPicPr>
          <p:nvPr/>
        </p:nvPicPr>
        <p:blipFill>
          <a:blip r:embed="rId250"/>
          <a:stretch>
            <a:fillRect/>
          </a:stretch>
        </p:blipFill>
        <p:spPr>
          <a:xfrm>
            <a:off x="116249450" y="113582450"/>
            <a:ext cx="38100" cy="38100"/>
          </a:xfrm>
          <a:prstGeom prst="rect">
            <a:avLst/>
          </a:prstGeom>
        </p:spPr>
      </p:pic>
      <p:pic>
        <p:nvPicPr>
          <p:cNvPr id="443" name="图片 442" descr="notree_1_349"/>
          <p:cNvPicPr>
            <a:picLocks noChangeAspect="1"/>
          </p:cNvPicPr>
          <p:nvPr/>
        </p:nvPicPr>
        <p:blipFill>
          <a:blip r:embed="rId251"/>
          <a:stretch>
            <a:fillRect/>
          </a:stretch>
        </p:blipFill>
        <p:spPr>
          <a:xfrm>
            <a:off x="116566950" y="113899950"/>
            <a:ext cx="38100" cy="38100"/>
          </a:xfrm>
          <a:prstGeom prst="rect">
            <a:avLst/>
          </a:prstGeom>
        </p:spPr>
      </p:pic>
      <p:pic>
        <p:nvPicPr>
          <p:cNvPr id="444" name="图片 443" descr="notree_1_350"/>
          <p:cNvPicPr>
            <a:picLocks noChangeAspect="1"/>
          </p:cNvPicPr>
          <p:nvPr/>
        </p:nvPicPr>
        <p:blipFill>
          <a:blip r:embed="rId252"/>
          <a:stretch>
            <a:fillRect/>
          </a:stretch>
        </p:blipFill>
        <p:spPr>
          <a:xfrm>
            <a:off x="116884450" y="114217450"/>
            <a:ext cx="38100" cy="38100"/>
          </a:xfrm>
          <a:prstGeom prst="rect">
            <a:avLst/>
          </a:prstGeom>
        </p:spPr>
      </p:pic>
      <p:pic>
        <p:nvPicPr>
          <p:cNvPr id="445" name="图片 444" descr="notree_1_351"/>
          <p:cNvPicPr>
            <a:picLocks noChangeAspect="1"/>
          </p:cNvPicPr>
          <p:nvPr/>
        </p:nvPicPr>
        <p:blipFill>
          <a:blip r:embed="rId253"/>
          <a:stretch>
            <a:fillRect/>
          </a:stretch>
        </p:blipFill>
        <p:spPr>
          <a:xfrm>
            <a:off x="117201950" y="114534950"/>
            <a:ext cx="38100" cy="38100"/>
          </a:xfrm>
          <a:prstGeom prst="rect">
            <a:avLst/>
          </a:prstGeom>
        </p:spPr>
      </p:pic>
      <p:pic>
        <p:nvPicPr>
          <p:cNvPr id="446" name="图片 445" descr="notree_1_352"/>
          <p:cNvPicPr>
            <a:picLocks noChangeAspect="1"/>
          </p:cNvPicPr>
          <p:nvPr/>
        </p:nvPicPr>
        <p:blipFill>
          <a:blip r:embed="rId254"/>
          <a:stretch>
            <a:fillRect/>
          </a:stretch>
        </p:blipFill>
        <p:spPr>
          <a:xfrm>
            <a:off x="117519450" y="114852450"/>
            <a:ext cx="38100" cy="38100"/>
          </a:xfrm>
          <a:prstGeom prst="rect">
            <a:avLst/>
          </a:prstGeom>
        </p:spPr>
      </p:pic>
      <p:pic>
        <p:nvPicPr>
          <p:cNvPr id="447" name="图片 446" descr="notree_1_353"/>
          <p:cNvPicPr>
            <a:picLocks noChangeAspect="1"/>
          </p:cNvPicPr>
          <p:nvPr/>
        </p:nvPicPr>
        <p:blipFill>
          <a:blip r:embed="rId255"/>
          <a:stretch>
            <a:fillRect/>
          </a:stretch>
        </p:blipFill>
        <p:spPr>
          <a:xfrm>
            <a:off x="117836950" y="115169950"/>
            <a:ext cx="38100" cy="38100"/>
          </a:xfrm>
          <a:prstGeom prst="rect">
            <a:avLst/>
          </a:prstGeom>
        </p:spPr>
      </p:pic>
      <p:pic>
        <p:nvPicPr>
          <p:cNvPr id="448" name="图片 447" descr="notree_1_354"/>
          <p:cNvPicPr>
            <a:picLocks noChangeAspect="1"/>
          </p:cNvPicPr>
          <p:nvPr/>
        </p:nvPicPr>
        <p:blipFill>
          <a:blip r:embed="rId256"/>
          <a:stretch>
            <a:fillRect/>
          </a:stretch>
        </p:blipFill>
        <p:spPr>
          <a:xfrm>
            <a:off x="118154450" y="115487450"/>
            <a:ext cx="38100" cy="38100"/>
          </a:xfrm>
          <a:prstGeom prst="rect">
            <a:avLst/>
          </a:prstGeom>
        </p:spPr>
      </p:pic>
      <p:pic>
        <p:nvPicPr>
          <p:cNvPr id="449" name="图片 448" descr="notree_1_355"/>
          <p:cNvPicPr>
            <a:picLocks noChangeAspect="1"/>
          </p:cNvPicPr>
          <p:nvPr/>
        </p:nvPicPr>
        <p:blipFill>
          <a:blip r:embed="rId257"/>
          <a:stretch>
            <a:fillRect/>
          </a:stretch>
        </p:blipFill>
        <p:spPr>
          <a:xfrm>
            <a:off x="118471950" y="115804950"/>
            <a:ext cx="38100" cy="38100"/>
          </a:xfrm>
          <a:prstGeom prst="rect">
            <a:avLst/>
          </a:prstGeom>
        </p:spPr>
      </p:pic>
      <p:pic>
        <p:nvPicPr>
          <p:cNvPr id="450" name="图片 449" descr="notree_1_356"/>
          <p:cNvPicPr>
            <a:picLocks noChangeAspect="1"/>
          </p:cNvPicPr>
          <p:nvPr/>
        </p:nvPicPr>
        <p:blipFill>
          <a:blip r:embed="rId258"/>
          <a:stretch>
            <a:fillRect/>
          </a:stretch>
        </p:blipFill>
        <p:spPr>
          <a:xfrm>
            <a:off x="118789450" y="116122450"/>
            <a:ext cx="38100" cy="38100"/>
          </a:xfrm>
          <a:prstGeom prst="rect">
            <a:avLst/>
          </a:prstGeom>
        </p:spPr>
      </p:pic>
      <p:pic>
        <p:nvPicPr>
          <p:cNvPr id="451" name="图片 450" descr="notree_1_357"/>
          <p:cNvPicPr>
            <a:picLocks noChangeAspect="1"/>
          </p:cNvPicPr>
          <p:nvPr/>
        </p:nvPicPr>
        <p:blipFill>
          <a:blip r:embed="rId259"/>
          <a:stretch>
            <a:fillRect/>
          </a:stretch>
        </p:blipFill>
        <p:spPr>
          <a:xfrm>
            <a:off x="119106950" y="116439950"/>
            <a:ext cx="38100" cy="38100"/>
          </a:xfrm>
          <a:prstGeom prst="rect">
            <a:avLst/>
          </a:prstGeom>
        </p:spPr>
      </p:pic>
      <p:pic>
        <p:nvPicPr>
          <p:cNvPr id="452" name="图片 451" descr="notree_1_358"/>
          <p:cNvPicPr>
            <a:picLocks noChangeAspect="1"/>
          </p:cNvPicPr>
          <p:nvPr/>
        </p:nvPicPr>
        <p:blipFill>
          <a:blip r:embed="rId260"/>
          <a:stretch>
            <a:fillRect/>
          </a:stretch>
        </p:blipFill>
        <p:spPr>
          <a:xfrm>
            <a:off x="119424450" y="116757450"/>
            <a:ext cx="38100" cy="38100"/>
          </a:xfrm>
          <a:prstGeom prst="rect">
            <a:avLst/>
          </a:prstGeom>
        </p:spPr>
      </p:pic>
      <p:pic>
        <p:nvPicPr>
          <p:cNvPr id="453" name="图片 452" descr="notree_1_359"/>
          <p:cNvPicPr>
            <a:picLocks noChangeAspect="1"/>
          </p:cNvPicPr>
          <p:nvPr/>
        </p:nvPicPr>
        <p:blipFill>
          <a:blip r:embed="rId261"/>
          <a:stretch>
            <a:fillRect/>
          </a:stretch>
        </p:blipFill>
        <p:spPr>
          <a:xfrm>
            <a:off x="119741950" y="117074950"/>
            <a:ext cx="38100" cy="38100"/>
          </a:xfrm>
          <a:prstGeom prst="rect">
            <a:avLst/>
          </a:prstGeom>
        </p:spPr>
      </p:pic>
      <p:pic>
        <p:nvPicPr>
          <p:cNvPr id="454" name="图片 453" descr="notree_1_360"/>
          <p:cNvPicPr>
            <a:picLocks noChangeAspect="1"/>
          </p:cNvPicPr>
          <p:nvPr/>
        </p:nvPicPr>
        <p:blipFill>
          <a:blip r:embed="rId262"/>
          <a:stretch>
            <a:fillRect/>
          </a:stretch>
        </p:blipFill>
        <p:spPr>
          <a:xfrm>
            <a:off x="120059450" y="117392450"/>
            <a:ext cx="38100" cy="38100"/>
          </a:xfrm>
          <a:prstGeom prst="rect">
            <a:avLst/>
          </a:prstGeom>
        </p:spPr>
      </p:pic>
      <p:pic>
        <p:nvPicPr>
          <p:cNvPr id="455" name="图片 454" descr="notree_1_361"/>
          <p:cNvPicPr>
            <a:picLocks noChangeAspect="1"/>
          </p:cNvPicPr>
          <p:nvPr/>
        </p:nvPicPr>
        <p:blipFill>
          <a:blip r:embed="rId263"/>
          <a:stretch>
            <a:fillRect/>
          </a:stretch>
        </p:blipFill>
        <p:spPr>
          <a:xfrm>
            <a:off x="120376950" y="117709950"/>
            <a:ext cx="38100" cy="38100"/>
          </a:xfrm>
          <a:prstGeom prst="rect">
            <a:avLst/>
          </a:prstGeom>
        </p:spPr>
      </p:pic>
      <p:pic>
        <p:nvPicPr>
          <p:cNvPr id="456" name="图片 455" descr="notree_1_362"/>
          <p:cNvPicPr>
            <a:picLocks noChangeAspect="1"/>
          </p:cNvPicPr>
          <p:nvPr/>
        </p:nvPicPr>
        <p:blipFill>
          <a:blip r:embed="rId264"/>
          <a:stretch>
            <a:fillRect/>
          </a:stretch>
        </p:blipFill>
        <p:spPr>
          <a:xfrm>
            <a:off x="120694450" y="118027450"/>
            <a:ext cx="38100" cy="38100"/>
          </a:xfrm>
          <a:prstGeom prst="rect">
            <a:avLst/>
          </a:prstGeom>
        </p:spPr>
      </p:pic>
      <p:pic>
        <p:nvPicPr>
          <p:cNvPr id="457" name="图片 456" descr="notree_1_363"/>
          <p:cNvPicPr>
            <a:picLocks noChangeAspect="1"/>
          </p:cNvPicPr>
          <p:nvPr/>
        </p:nvPicPr>
        <p:blipFill>
          <a:blip r:embed="rId265"/>
          <a:stretch>
            <a:fillRect/>
          </a:stretch>
        </p:blipFill>
        <p:spPr>
          <a:xfrm>
            <a:off x="121011950" y="118344950"/>
            <a:ext cx="38100" cy="38100"/>
          </a:xfrm>
          <a:prstGeom prst="rect">
            <a:avLst/>
          </a:prstGeom>
        </p:spPr>
      </p:pic>
      <p:pic>
        <p:nvPicPr>
          <p:cNvPr id="458" name="图片 457" descr="notree_1_364"/>
          <p:cNvPicPr>
            <a:picLocks noChangeAspect="1"/>
          </p:cNvPicPr>
          <p:nvPr/>
        </p:nvPicPr>
        <p:blipFill>
          <a:blip r:embed="rId266"/>
          <a:stretch>
            <a:fillRect/>
          </a:stretch>
        </p:blipFill>
        <p:spPr>
          <a:xfrm>
            <a:off x="121329450" y="118662450"/>
            <a:ext cx="38100" cy="38100"/>
          </a:xfrm>
          <a:prstGeom prst="rect">
            <a:avLst/>
          </a:prstGeom>
        </p:spPr>
      </p:pic>
      <p:pic>
        <p:nvPicPr>
          <p:cNvPr id="459" name="图片 458" descr="notree_1_365"/>
          <p:cNvPicPr>
            <a:picLocks noChangeAspect="1"/>
          </p:cNvPicPr>
          <p:nvPr/>
        </p:nvPicPr>
        <p:blipFill>
          <a:blip r:embed="rId267"/>
          <a:stretch>
            <a:fillRect/>
          </a:stretch>
        </p:blipFill>
        <p:spPr>
          <a:xfrm>
            <a:off x="121646950" y="118979950"/>
            <a:ext cx="38100" cy="38100"/>
          </a:xfrm>
          <a:prstGeom prst="rect">
            <a:avLst/>
          </a:prstGeom>
        </p:spPr>
      </p:pic>
      <p:pic>
        <p:nvPicPr>
          <p:cNvPr id="460" name="图片 459" descr="notree_1_366"/>
          <p:cNvPicPr>
            <a:picLocks noChangeAspect="1"/>
          </p:cNvPicPr>
          <p:nvPr/>
        </p:nvPicPr>
        <p:blipFill>
          <a:blip r:embed="rId268"/>
          <a:stretch>
            <a:fillRect/>
          </a:stretch>
        </p:blipFill>
        <p:spPr>
          <a:xfrm>
            <a:off x="121964450" y="119297450"/>
            <a:ext cx="38100" cy="38100"/>
          </a:xfrm>
          <a:prstGeom prst="rect">
            <a:avLst/>
          </a:prstGeom>
        </p:spPr>
      </p:pic>
      <p:pic>
        <p:nvPicPr>
          <p:cNvPr id="461" name="图片 460" descr="notree_1_367"/>
          <p:cNvPicPr>
            <a:picLocks noChangeAspect="1"/>
          </p:cNvPicPr>
          <p:nvPr/>
        </p:nvPicPr>
        <p:blipFill>
          <a:blip r:embed="rId269"/>
          <a:stretch>
            <a:fillRect/>
          </a:stretch>
        </p:blipFill>
        <p:spPr>
          <a:xfrm>
            <a:off x="122281950" y="119614950"/>
            <a:ext cx="38100" cy="38100"/>
          </a:xfrm>
          <a:prstGeom prst="rect">
            <a:avLst/>
          </a:prstGeom>
        </p:spPr>
      </p:pic>
      <p:pic>
        <p:nvPicPr>
          <p:cNvPr id="462" name="图片 461" descr="notree_1_368"/>
          <p:cNvPicPr>
            <a:picLocks noChangeAspect="1"/>
          </p:cNvPicPr>
          <p:nvPr/>
        </p:nvPicPr>
        <p:blipFill>
          <a:blip r:embed="rId270"/>
          <a:stretch>
            <a:fillRect/>
          </a:stretch>
        </p:blipFill>
        <p:spPr>
          <a:xfrm>
            <a:off x="122599450" y="119932450"/>
            <a:ext cx="38100" cy="38100"/>
          </a:xfrm>
          <a:prstGeom prst="rect">
            <a:avLst/>
          </a:prstGeom>
        </p:spPr>
      </p:pic>
      <p:pic>
        <p:nvPicPr>
          <p:cNvPr id="463" name="图片 462" descr="notree_1_369"/>
          <p:cNvPicPr>
            <a:picLocks noChangeAspect="1"/>
          </p:cNvPicPr>
          <p:nvPr/>
        </p:nvPicPr>
        <p:blipFill>
          <a:blip r:embed="rId271"/>
          <a:stretch>
            <a:fillRect/>
          </a:stretch>
        </p:blipFill>
        <p:spPr>
          <a:xfrm>
            <a:off x="122916950" y="120249950"/>
            <a:ext cx="38100" cy="38100"/>
          </a:xfrm>
          <a:prstGeom prst="rect">
            <a:avLst/>
          </a:prstGeom>
        </p:spPr>
      </p:pic>
      <p:pic>
        <p:nvPicPr>
          <p:cNvPr id="464" name="图片 463" descr="notree_1_370"/>
          <p:cNvPicPr>
            <a:picLocks noChangeAspect="1"/>
          </p:cNvPicPr>
          <p:nvPr/>
        </p:nvPicPr>
        <p:blipFill>
          <a:blip r:embed="rId272"/>
          <a:stretch>
            <a:fillRect/>
          </a:stretch>
        </p:blipFill>
        <p:spPr>
          <a:xfrm>
            <a:off x="123234450" y="120567450"/>
            <a:ext cx="38100" cy="38100"/>
          </a:xfrm>
          <a:prstGeom prst="rect">
            <a:avLst/>
          </a:prstGeom>
        </p:spPr>
      </p:pic>
      <p:pic>
        <p:nvPicPr>
          <p:cNvPr id="465" name="图片 464" descr="notree_1_371"/>
          <p:cNvPicPr>
            <a:picLocks noChangeAspect="1"/>
          </p:cNvPicPr>
          <p:nvPr/>
        </p:nvPicPr>
        <p:blipFill>
          <a:blip r:embed="rId273"/>
          <a:stretch>
            <a:fillRect/>
          </a:stretch>
        </p:blipFill>
        <p:spPr>
          <a:xfrm>
            <a:off x="123551950" y="120884950"/>
            <a:ext cx="38100" cy="38100"/>
          </a:xfrm>
          <a:prstGeom prst="rect">
            <a:avLst/>
          </a:prstGeom>
        </p:spPr>
      </p:pic>
      <p:pic>
        <p:nvPicPr>
          <p:cNvPr id="466" name="图片 465" descr="notree_1_372"/>
          <p:cNvPicPr>
            <a:picLocks noChangeAspect="1"/>
          </p:cNvPicPr>
          <p:nvPr/>
        </p:nvPicPr>
        <p:blipFill>
          <a:blip r:embed="rId274"/>
          <a:stretch>
            <a:fillRect/>
          </a:stretch>
        </p:blipFill>
        <p:spPr>
          <a:xfrm>
            <a:off x="123869450" y="121202450"/>
            <a:ext cx="38100" cy="38100"/>
          </a:xfrm>
          <a:prstGeom prst="rect">
            <a:avLst/>
          </a:prstGeom>
        </p:spPr>
      </p:pic>
      <p:pic>
        <p:nvPicPr>
          <p:cNvPr id="467" name="图片 466" descr="notree_1_373"/>
          <p:cNvPicPr>
            <a:picLocks noChangeAspect="1"/>
          </p:cNvPicPr>
          <p:nvPr/>
        </p:nvPicPr>
        <p:blipFill>
          <a:blip r:embed="rId275"/>
          <a:stretch>
            <a:fillRect/>
          </a:stretch>
        </p:blipFill>
        <p:spPr>
          <a:xfrm>
            <a:off x="124186950" y="121519950"/>
            <a:ext cx="38100" cy="38100"/>
          </a:xfrm>
          <a:prstGeom prst="rect">
            <a:avLst/>
          </a:prstGeom>
        </p:spPr>
      </p:pic>
      <p:pic>
        <p:nvPicPr>
          <p:cNvPr id="468" name="图片 467" descr="notree_1_374"/>
          <p:cNvPicPr>
            <a:picLocks noChangeAspect="1"/>
          </p:cNvPicPr>
          <p:nvPr/>
        </p:nvPicPr>
        <p:blipFill>
          <a:blip r:embed="rId276"/>
          <a:stretch>
            <a:fillRect/>
          </a:stretch>
        </p:blipFill>
        <p:spPr>
          <a:xfrm>
            <a:off x="124504450" y="121837450"/>
            <a:ext cx="38100" cy="38100"/>
          </a:xfrm>
          <a:prstGeom prst="rect">
            <a:avLst/>
          </a:prstGeom>
        </p:spPr>
      </p:pic>
      <p:pic>
        <p:nvPicPr>
          <p:cNvPr id="469" name="图片 468" descr="notree_1_375"/>
          <p:cNvPicPr>
            <a:picLocks noChangeAspect="1"/>
          </p:cNvPicPr>
          <p:nvPr/>
        </p:nvPicPr>
        <p:blipFill>
          <a:blip r:embed="rId277"/>
          <a:stretch>
            <a:fillRect/>
          </a:stretch>
        </p:blipFill>
        <p:spPr>
          <a:xfrm>
            <a:off x="124821950" y="122154950"/>
            <a:ext cx="38100" cy="38100"/>
          </a:xfrm>
          <a:prstGeom prst="rect">
            <a:avLst/>
          </a:prstGeom>
        </p:spPr>
      </p:pic>
      <p:pic>
        <p:nvPicPr>
          <p:cNvPr id="470" name="图片 469" descr="notree_1_376"/>
          <p:cNvPicPr>
            <a:picLocks noChangeAspect="1"/>
          </p:cNvPicPr>
          <p:nvPr/>
        </p:nvPicPr>
        <p:blipFill>
          <a:blip r:embed="rId278"/>
          <a:stretch>
            <a:fillRect/>
          </a:stretch>
        </p:blipFill>
        <p:spPr>
          <a:xfrm>
            <a:off x="125139450" y="122472450"/>
            <a:ext cx="38100" cy="38100"/>
          </a:xfrm>
          <a:prstGeom prst="rect">
            <a:avLst/>
          </a:prstGeom>
        </p:spPr>
      </p:pic>
      <p:pic>
        <p:nvPicPr>
          <p:cNvPr id="471" name="图片 470" descr="notree_1_377"/>
          <p:cNvPicPr>
            <a:picLocks noChangeAspect="1"/>
          </p:cNvPicPr>
          <p:nvPr/>
        </p:nvPicPr>
        <p:blipFill>
          <a:blip r:embed="rId279"/>
          <a:stretch>
            <a:fillRect/>
          </a:stretch>
        </p:blipFill>
        <p:spPr>
          <a:xfrm>
            <a:off x="125456950" y="122789950"/>
            <a:ext cx="38100" cy="38100"/>
          </a:xfrm>
          <a:prstGeom prst="rect">
            <a:avLst/>
          </a:prstGeom>
        </p:spPr>
      </p:pic>
      <p:pic>
        <p:nvPicPr>
          <p:cNvPr id="472" name="图片 471" descr="notree_1_378"/>
          <p:cNvPicPr>
            <a:picLocks noChangeAspect="1"/>
          </p:cNvPicPr>
          <p:nvPr/>
        </p:nvPicPr>
        <p:blipFill>
          <a:blip r:embed="rId280"/>
          <a:stretch>
            <a:fillRect/>
          </a:stretch>
        </p:blipFill>
        <p:spPr>
          <a:xfrm>
            <a:off x="125774450" y="123107450"/>
            <a:ext cx="38100" cy="38100"/>
          </a:xfrm>
          <a:prstGeom prst="rect">
            <a:avLst/>
          </a:prstGeom>
        </p:spPr>
      </p:pic>
      <p:pic>
        <p:nvPicPr>
          <p:cNvPr id="473" name="图片 472" descr="notree_1_379"/>
          <p:cNvPicPr>
            <a:picLocks noChangeAspect="1"/>
          </p:cNvPicPr>
          <p:nvPr/>
        </p:nvPicPr>
        <p:blipFill>
          <a:blip r:embed="rId281"/>
          <a:stretch>
            <a:fillRect/>
          </a:stretch>
        </p:blipFill>
        <p:spPr>
          <a:xfrm>
            <a:off x="126091950" y="123424950"/>
            <a:ext cx="38100" cy="38100"/>
          </a:xfrm>
          <a:prstGeom prst="rect">
            <a:avLst/>
          </a:prstGeom>
        </p:spPr>
      </p:pic>
      <p:pic>
        <p:nvPicPr>
          <p:cNvPr id="474" name="图片 473" descr="notree_1_380"/>
          <p:cNvPicPr>
            <a:picLocks noChangeAspect="1"/>
          </p:cNvPicPr>
          <p:nvPr/>
        </p:nvPicPr>
        <p:blipFill>
          <a:blip r:embed="rId282"/>
          <a:stretch>
            <a:fillRect/>
          </a:stretch>
        </p:blipFill>
        <p:spPr>
          <a:xfrm>
            <a:off x="126409450" y="123742450"/>
            <a:ext cx="38100" cy="38100"/>
          </a:xfrm>
          <a:prstGeom prst="rect">
            <a:avLst/>
          </a:prstGeom>
        </p:spPr>
      </p:pic>
      <p:pic>
        <p:nvPicPr>
          <p:cNvPr id="475" name="图片 474" descr="notree_1_381"/>
          <p:cNvPicPr>
            <a:picLocks noChangeAspect="1"/>
          </p:cNvPicPr>
          <p:nvPr/>
        </p:nvPicPr>
        <p:blipFill>
          <a:blip r:embed="rId283"/>
          <a:stretch>
            <a:fillRect/>
          </a:stretch>
        </p:blipFill>
        <p:spPr>
          <a:xfrm>
            <a:off x="126726950" y="124059950"/>
            <a:ext cx="38100" cy="38100"/>
          </a:xfrm>
          <a:prstGeom prst="rect">
            <a:avLst/>
          </a:prstGeom>
        </p:spPr>
      </p:pic>
      <p:pic>
        <p:nvPicPr>
          <p:cNvPr id="476" name="图片 475" descr="notree_1_382"/>
          <p:cNvPicPr>
            <a:picLocks noChangeAspect="1"/>
          </p:cNvPicPr>
          <p:nvPr/>
        </p:nvPicPr>
        <p:blipFill>
          <a:blip r:embed="rId284"/>
          <a:stretch>
            <a:fillRect/>
          </a:stretch>
        </p:blipFill>
        <p:spPr>
          <a:xfrm>
            <a:off x="127044450" y="124377450"/>
            <a:ext cx="38100" cy="38100"/>
          </a:xfrm>
          <a:prstGeom prst="rect">
            <a:avLst/>
          </a:prstGeom>
        </p:spPr>
      </p:pic>
      <p:pic>
        <p:nvPicPr>
          <p:cNvPr id="477" name="图片 476" descr="notree_1_383"/>
          <p:cNvPicPr>
            <a:picLocks noChangeAspect="1"/>
          </p:cNvPicPr>
          <p:nvPr/>
        </p:nvPicPr>
        <p:blipFill>
          <a:blip r:embed="rId285"/>
          <a:stretch>
            <a:fillRect/>
          </a:stretch>
        </p:blipFill>
        <p:spPr>
          <a:xfrm>
            <a:off x="127361950" y="124694950"/>
            <a:ext cx="38100" cy="38100"/>
          </a:xfrm>
          <a:prstGeom prst="rect">
            <a:avLst/>
          </a:prstGeom>
        </p:spPr>
      </p:pic>
      <p:pic>
        <p:nvPicPr>
          <p:cNvPr id="478" name="图片 477" descr="notree_1_384"/>
          <p:cNvPicPr>
            <a:picLocks noChangeAspect="1"/>
          </p:cNvPicPr>
          <p:nvPr/>
        </p:nvPicPr>
        <p:blipFill>
          <a:blip r:embed="rId286"/>
          <a:stretch>
            <a:fillRect/>
          </a:stretch>
        </p:blipFill>
        <p:spPr>
          <a:xfrm>
            <a:off x="127679450" y="125012450"/>
            <a:ext cx="38100" cy="38100"/>
          </a:xfrm>
          <a:prstGeom prst="rect">
            <a:avLst/>
          </a:prstGeom>
        </p:spPr>
      </p:pic>
      <p:pic>
        <p:nvPicPr>
          <p:cNvPr id="479" name="图片 478" descr="notree_1_385"/>
          <p:cNvPicPr>
            <a:picLocks noChangeAspect="1"/>
          </p:cNvPicPr>
          <p:nvPr/>
        </p:nvPicPr>
        <p:blipFill>
          <a:blip r:embed="rId287"/>
          <a:stretch>
            <a:fillRect/>
          </a:stretch>
        </p:blipFill>
        <p:spPr>
          <a:xfrm>
            <a:off x="127996950" y="125329950"/>
            <a:ext cx="38100" cy="38100"/>
          </a:xfrm>
          <a:prstGeom prst="rect">
            <a:avLst/>
          </a:prstGeom>
        </p:spPr>
      </p:pic>
      <p:pic>
        <p:nvPicPr>
          <p:cNvPr id="480" name="图片 479" descr="notree_1_386"/>
          <p:cNvPicPr>
            <a:picLocks noChangeAspect="1"/>
          </p:cNvPicPr>
          <p:nvPr/>
        </p:nvPicPr>
        <p:blipFill>
          <a:blip r:embed="rId288"/>
          <a:stretch>
            <a:fillRect/>
          </a:stretch>
        </p:blipFill>
        <p:spPr>
          <a:xfrm>
            <a:off x="128314450" y="125647450"/>
            <a:ext cx="38100" cy="38100"/>
          </a:xfrm>
          <a:prstGeom prst="rect">
            <a:avLst/>
          </a:prstGeom>
        </p:spPr>
      </p:pic>
      <p:pic>
        <p:nvPicPr>
          <p:cNvPr id="481" name="图片 480" descr="notree_1_387"/>
          <p:cNvPicPr>
            <a:picLocks noChangeAspect="1"/>
          </p:cNvPicPr>
          <p:nvPr/>
        </p:nvPicPr>
        <p:blipFill>
          <a:blip r:embed="rId289"/>
          <a:stretch>
            <a:fillRect/>
          </a:stretch>
        </p:blipFill>
        <p:spPr>
          <a:xfrm>
            <a:off x="128631950" y="125964950"/>
            <a:ext cx="38100" cy="38100"/>
          </a:xfrm>
          <a:prstGeom prst="rect">
            <a:avLst/>
          </a:prstGeom>
        </p:spPr>
      </p:pic>
      <p:pic>
        <p:nvPicPr>
          <p:cNvPr id="482" name="图片 481" descr="notree_1_388"/>
          <p:cNvPicPr>
            <a:picLocks noChangeAspect="1"/>
          </p:cNvPicPr>
          <p:nvPr/>
        </p:nvPicPr>
        <p:blipFill>
          <a:blip r:embed="rId290"/>
          <a:stretch>
            <a:fillRect/>
          </a:stretch>
        </p:blipFill>
        <p:spPr>
          <a:xfrm>
            <a:off x="128949450" y="126282450"/>
            <a:ext cx="38100" cy="38100"/>
          </a:xfrm>
          <a:prstGeom prst="rect">
            <a:avLst/>
          </a:prstGeom>
        </p:spPr>
      </p:pic>
      <p:pic>
        <p:nvPicPr>
          <p:cNvPr id="483" name="图片 482" descr="notree_1_389"/>
          <p:cNvPicPr>
            <a:picLocks noChangeAspect="1"/>
          </p:cNvPicPr>
          <p:nvPr/>
        </p:nvPicPr>
        <p:blipFill>
          <a:blip r:embed="rId291"/>
          <a:stretch>
            <a:fillRect/>
          </a:stretch>
        </p:blipFill>
        <p:spPr>
          <a:xfrm>
            <a:off x="129266950" y="126599950"/>
            <a:ext cx="38100" cy="38100"/>
          </a:xfrm>
          <a:prstGeom prst="rect">
            <a:avLst/>
          </a:prstGeom>
        </p:spPr>
      </p:pic>
      <p:pic>
        <p:nvPicPr>
          <p:cNvPr id="484" name="图片 483" descr="notree_1_390"/>
          <p:cNvPicPr>
            <a:picLocks noChangeAspect="1"/>
          </p:cNvPicPr>
          <p:nvPr/>
        </p:nvPicPr>
        <p:blipFill>
          <a:blip r:embed="rId292"/>
          <a:stretch>
            <a:fillRect/>
          </a:stretch>
        </p:blipFill>
        <p:spPr>
          <a:xfrm>
            <a:off x="129584450" y="126917450"/>
            <a:ext cx="38100" cy="38100"/>
          </a:xfrm>
          <a:prstGeom prst="rect">
            <a:avLst/>
          </a:prstGeom>
        </p:spPr>
      </p:pic>
      <p:pic>
        <p:nvPicPr>
          <p:cNvPr id="485" name="图片 484" descr="notree_1_391"/>
          <p:cNvPicPr>
            <a:picLocks noChangeAspect="1"/>
          </p:cNvPicPr>
          <p:nvPr/>
        </p:nvPicPr>
        <p:blipFill>
          <a:blip r:embed="rId293"/>
          <a:stretch>
            <a:fillRect/>
          </a:stretch>
        </p:blipFill>
        <p:spPr>
          <a:xfrm>
            <a:off x="129901950" y="127234950"/>
            <a:ext cx="38100" cy="38100"/>
          </a:xfrm>
          <a:prstGeom prst="rect">
            <a:avLst/>
          </a:prstGeom>
        </p:spPr>
      </p:pic>
      <p:pic>
        <p:nvPicPr>
          <p:cNvPr id="486" name="图片 485" descr="notree_1_392"/>
          <p:cNvPicPr>
            <a:picLocks noChangeAspect="1"/>
          </p:cNvPicPr>
          <p:nvPr/>
        </p:nvPicPr>
        <p:blipFill>
          <a:blip r:embed="rId294"/>
          <a:stretch>
            <a:fillRect/>
          </a:stretch>
        </p:blipFill>
        <p:spPr>
          <a:xfrm>
            <a:off x="130219450" y="127552450"/>
            <a:ext cx="38100" cy="38100"/>
          </a:xfrm>
          <a:prstGeom prst="rect">
            <a:avLst/>
          </a:prstGeom>
        </p:spPr>
      </p:pic>
      <p:pic>
        <p:nvPicPr>
          <p:cNvPr id="487" name="图片 486" descr="notree_1_393"/>
          <p:cNvPicPr>
            <a:picLocks noChangeAspect="1"/>
          </p:cNvPicPr>
          <p:nvPr/>
        </p:nvPicPr>
        <p:blipFill>
          <a:blip r:embed="rId295"/>
          <a:stretch>
            <a:fillRect/>
          </a:stretch>
        </p:blipFill>
        <p:spPr>
          <a:xfrm>
            <a:off x="130536950" y="127869950"/>
            <a:ext cx="38100" cy="38100"/>
          </a:xfrm>
          <a:prstGeom prst="rect">
            <a:avLst/>
          </a:prstGeom>
        </p:spPr>
      </p:pic>
      <p:pic>
        <p:nvPicPr>
          <p:cNvPr id="488" name="图片 487" descr="notree_1_394"/>
          <p:cNvPicPr>
            <a:picLocks noChangeAspect="1"/>
          </p:cNvPicPr>
          <p:nvPr/>
        </p:nvPicPr>
        <p:blipFill>
          <a:blip r:embed="rId296"/>
          <a:stretch>
            <a:fillRect/>
          </a:stretch>
        </p:blipFill>
        <p:spPr>
          <a:xfrm>
            <a:off x="130854450" y="128187450"/>
            <a:ext cx="38100" cy="38100"/>
          </a:xfrm>
          <a:prstGeom prst="rect">
            <a:avLst/>
          </a:prstGeom>
        </p:spPr>
      </p:pic>
      <p:pic>
        <p:nvPicPr>
          <p:cNvPr id="489" name="图片 488" descr="notree_1_395"/>
          <p:cNvPicPr>
            <a:picLocks noChangeAspect="1"/>
          </p:cNvPicPr>
          <p:nvPr/>
        </p:nvPicPr>
        <p:blipFill>
          <a:blip r:embed="rId297"/>
          <a:stretch>
            <a:fillRect/>
          </a:stretch>
        </p:blipFill>
        <p:spPr>
          <a:xfrm>
            <a:off x="131171950" y="128504950"/>
            <a:ext cx="38100" cy="38100"/>
          </a:xfrm>
          <a:prstGeom prst="rect">
            <a:avLst/>
          </a:prstGeom>
        </p:spPr>
      </p:pic>
      <p:pic>
        <p:nvPicPr>
          <p:cNvPr id="490" name="图片 489" descr="notree_1_396"/>
          <p:cNvPicPr>
            <a:picLocks noChangeAspect="1"/>
          </p:cNvPicPr>
          <p:nvPr/>
        </p:nvPicPr>
        <p:blipFill>
          <a:blip r:embed="rId298"/>
          <a:stretch>
            <a:fillRect/>
          </a:stretch>
        </p:blipFill>
        <p:spPr>
          <a:xfrm>
            <a:off x="131489450" y="128822450"/>
            <a:ext cx="38100" cy="38100"/>
          </a:xfrm>
          <a:prstGeom prst="rect">
            <a:avLst/>
          </a:prstGeom>
        </p:spPr>
      </p:pic>
      <p:pic>
        <p:nvPicPr>
          <p:cNvPr id="491" name="图片 490" descr="notree_1_397"/>
          <p:cNvPicPr>
            <a:picLocks noChangeAspect="1"/>
          </p:cNvPicPr>
          <p:nvPr/>
        </p:nvPicPr>
        <p:blipFill>
          <a:blip r:embed="rId299"/>
          <a:stretch>
            <a:fillRect/>
          </a:stretch>
        </p:blipFill>
        <p:spPr>
          <a:xfrm>
            <a:off x="131806950" y="129139950"/>
            <a:ext cx="38100" cy="38100"/>
          </a:xfrm>
          <a:prstGeom prst="rect">
            <a:avLst/>
          </a:prstGeom>
        </p:spPr>
      </p:pic>
      <p:pic>
        <p:nvPicPr>
          <p:cNvPr id="492" name="图片 491" descr="notree_1_398"/>
          <p:cNvPicPr>
            <a:picLocks noChangeAspect="1"/>
          </p:cNvPicPr>
          <p:nvPr/>
        </p:nvPicPr>
        <p:blipFill>
          <a:blip r:embed="rId300"/>
          <a:stretch>
            <a:fillRect/>
          </a:stretch>
        </p:blipFill>
        <p:spPr>
          <a:xfrm>
            <a:off x="132124450" y="129457450"/>
            <a:ext cx="38100" cy="38100"/>
          </a:xfrm>
          <a:prstGeom prst="rect">
            <a:avLst/>
          </a:prstGeom>
        </p:spPr>
      </p:pic>
      <p:pic>
        <p:nvPicPr>
          <p:cNvPr id="493" name="图片 492" descr="notree_1_399"/>
          <p:cNvPicPr>
            <a:picLocks noChangeAspect="1"/>
          </p:cNvPicPr>
          <p:nvPr/>
        </p:nvPicPr>
        <p:blipFill>
          <a:blip r:embed="rId301"/>
          <a:stretch>
            <a:fillRect/>
          </a:stretch>
        </p:blipFill>
        <p:spPr>
          <a:xfrm>
            <a:off x="132441950" y="129774950"/>
            <a:ext cx="38100" cy="38100"/>
          </a:xfrm>
          <a:prstGeom prst="rect">
            <a:avLst/>
          </a:prstGeom>
        </p:spPr>
      </p:pic>
      <p:pic>
        <p:nvPicPr>
          <p:cNvPr id="494" name="图片 493" descr="notree_1_400"/>
          <p:cNvPicPr>
            <a:picLocks noChangeAspect="1"/>
          </p:cNvPicPr>
          <p:nvPr/>
        </p:nvPicPr>
        <p:blipFill>
          <a:blip r:embed="rId302"/>
          <a:stretch>
            <a:fillRect/>
          </a:stretch>
        </p:blipFill>
        <p:spPr>
          <a:xfrm>
            <a:off x="132759450" y="130092450"/>
            <a:ext cx="38100" cy="38100"/>
          </a:xfrm>
          <a:prstGeom prst="rect">
            <a:avLst/>
          </a:prstGeom>
        </p:spPr>
      </p:pic>
      <p:pic>
        <p:nvPicPr>
          <p:cNvPr id="495" name="图片 494" descr="notree_1_401"/>
          <p:cNvPicPr>
            <a:picLocks noChangeAspect="1"/>
          </p:cNvPicPr>
          <p:nvPr/>
        </p:nvPicPr>
        <p:blipFill>
          <a:blip r:embed="rId303"/>
          <a:stretch>
            <a:fillRect/>
          </a:stretch>
        </p:blipFill>
        <p:spPr>
          <a:xfrm>
            <a:off x="133076950" y="130409950"/>
            <a:ext cx="38100" cy="38100"/>
          </a:xfrm>
          <a:prstGeom prst="rect">
            <a:avLst/>
          </a:prstGeom>
        </p:spPr>
      </p:pic>
      <p:pic>
        <p:nvPicPr>
          <p:cNvPr id="496" name="图片 495" descr="notree_1_402"/>
          <p:cNvPicPr>
            <a:picLocks noChangeAspect="1"/>
          </p:cNvPicPr>
          <p:nvPr/>
        </p:nvPicPr>
        <p:blipFill>
          <a:blip r:embed="rId304"/>
          <a:stretch>
            <a:fillRect/>
          </a:stretch>
        </p:blipFill>
        <p:spPr>
          <a:xfrm>
            <a:off x="133394450" y="130727450"/>
            <a:ext cx="38100" cy="38100"/>
          </a:xfrm>
          <a:prstGeom prst="rect">
            <a:avLst/>
          </a:prstGeom>
        </p:spPr>
      </p:pic>
      <p:pic>
        <p:nvPicPr>
          <p:cNvPr id="497" name="图片 496" descr="notree_1_403"/>
          <p:cNvPicPr>
            <a:picLocks noChangeAspect="1"/>
          </p:cNvPicPr>
          <p:nvPr/>
        </p:nvPicPr>
        <p:blipFill>
          <a:blip r:embed="rId305"/>
          <a:stretch>
            <a:fillRect/>
          </a:stretch>
        </p:blipFill>
        <p:spPr>
          <a:xfrm>
            <a:off x="133711950" y="131044950"/>
            <a:ext cx="38100" cy="38100"/>
          </a:xfrm>
          <a:prstGeom prst="rect">
            <a:avLst/>
          </a:prstGeom>
        </p:spPr>
      </p:pic>
      <p:pic>
        <p:nvPicPr>
          <p:cNvPr id="498" name="图片 497" descr="notree_1_404"/>
          <p:cNvPicPr>
            <a:picLocks noChangeAspect="1"/>
          </p:cNvPicPr>
          <p:nvPr/>
        </p:nvPicPr>
        <p:blipFill>
          <a:blip r:embed="rId306"/>
          <a:stretch>
            <a:fillRect/>
          </a:stretch>
        </p:blipFill>
        <p:spPr>
          <a:xfrm>
            <a:off x="134029450" y="131362450"/>
            <a:ext cx="38100" cy="38100"/>
          </a:xfrm>
          <a:prstGeom prst="rect">
            <a:avLst/>
          </a:prstGeom>
        </p:spPr>
      </p:pic>
      <p:pic>
        <p:nvPicPr>
          <p:cNvPr id="499" name="图片 498" descr="notree_1_405"/>
          <p:cNvPicPr>
            <a:picLocks noChangeAspect="1"/>
          </p:cNvPicPr>
          <p:nvPr/>
        </p:nvPicPr>
        <p:blipFill>
          <a:blip r:embed="rId307"/>
          <a:stretch>
            <a:fillRect/>
          </a:stretch>
        </p:blipFill>
        <p:spPr>
          <a:xfrm>
            <a:off x="134346950" y="131679950"/>
            <a:ext cx="38100" cy="38100"/>
          </a:xfrm>
          <a:prstGeom prst="rect">
            <a:avLst/>
          </a:prstGeom>
        </p:spPr>
      </p:pic>
      <p:pic>
        <p:nvPicPr>
          <p:cNvPr id="500" name="图片 499" descr="notree_1_406"/>
          <p:cNvPicPr>
            <a:picLocks noChangeAspect="1"/>
          </p:cNvPicPr>
          <p:nvPr/>
        </p:nvPicPr>
        <p:blipFill>
          <a:blip r:embed="rId308"/>
          <a:stretch>
            <a:fillRect/>
          </a:stretch>
        </p:blipFill>
        <p:spPr>
          <a:xfrm>
            <a:off x="134664450" y="131997450"/>
            <a:ext cx="38100" cy="38100"/>
          </a:xfrm>
          <a:prstGeom prst="rect">
            <a:avLst/>
          </a:prstGeom>
        </p:spPr>
      </p:pic>
      <p:pic>
        <p:nvPicPr>
          <p:cNvPr id="501" name="图片 500" descr="notree_1_407"/>
          <p:cNvPicPr>
            <a:picLocks noChangeAspect="1"/>
          </p:cNvPicPr>
          <p:nvPr/>
        </p:nvPicPr>
        <p:blipFill>
          <a:blip r:embed="rId309"/>
          <a:stretch>
            <a:fillRect/>
          </a:stretch>
        </p:blipFill>
        <p:spPr>
          <a:xfrm>
            <a:off x="134981950" y="132314950"/>
            <a:ext cx="38100" cy="38100"/>
          </a:xfrm>
          <a:prstGeom prst="rect">
            <a:avLst/>
          </a:prstGeom>
        </p:spPr>
      </p:pic>
      <p:pic>
        <p:nvPicPr>
          <p:cNvPr id="502" name="图片 501" descr="notree_1_408"/>
          <p:cNvPicPr>
            <a:picLocks noChangeAspect="1"/>
          </p:cNvPicPr>
          <p:nvPr/>
        </p:nvPicPr>
        <p:blipFill>
          <a:blip r:embed="rId310"/>
          <a:stretch>
            <a:fillRect/>
          </a:stretch>
        </p:blipFill>
        <p:spPr>
          <a:xfrm>
            <a:off x="135299450" y="132632450"/>
            <a:ext cx="38100" cy="38100"/>
          </a:xfrm>
          <a:prstGeom prst="rect">
            <a:avLst/>
          </a:prstGeom>
        </p:spPr>
      </p:pic>
      <p:pic>
        <p:nvPicPr>
          <p:cNvPr id="503" name="图片 502" descr="notree_1_409"/>
          <p:cNvPicPr>
            <a:picLocks noChangeAspect="1"/>
          </p:cNvPicPr>
          <p:nvPr/>
        </p:nvPicPr>
        <p:blipFill>
          <a:blip r:embed="rId311"/>
          <a:stretch>
            <a:fillRect/>
          </a:stretch>
        </p:blipFill>
        <p:spPr>
          <a:xfrm>
            <a:off x="135616950" y="132949950"/>
            <a:ext cx="38100" cy="38100"/>
          </a:xfrm>
          <a:prstGeom prst="rect">
            <a:avLst/>
          </a:prstGeom>
        </p:spPr>
      </p:pic>
      <p:pic>
        <p:nvPicPr>
          <p:cNvPr id="504" name="图片 503" descr="notree_1_410"/>
          <p:cNvPicPr>
            <a:picLocks noChangeAspect="1"/>
          </p:cNvPicPr>
          <p:nvPr/>
        </p:nvPicPr>
        <p:blipFill>
          <a:blip r:embed="rId312"/>
          <a:stretch>
            <a:fillRect/>
          </a:stretch>
        </p:blipFill>
        <p:spPr>
          <a:xfrm>
            <a:off x="135934450" y="133267450"/>
            <a:ext cx="38100" cy="38100"/>
          </a:xfrm>
          <a:prstGeom prst="rect">
            <a:avLst/>
          </a:prstGeom>
        </p:spPr>
      </p:pic>
      <p:pic>
        <p:nvPicPr>
          <p:cNvPr id="505" name="图片 504" descr="notree_1_411"/>
          <p:cNvPicPr>
            <a:picLocks noChangeAspect="1"/>
          </p:cNvPicPr>
          <p:nvPr/>
        </p:nvPicPr>
        <p:blipFill>
          <a:blip r:embed="rId313"/>
          <a:stretch>
            <a:fillRect/>
          </a:stretch>
        </p:blipFill>
        <p:spPr>
          <a:xfrm>
            <a:off x="136251950" y="133584950"/>
            <a:ext cx="38100" cy="38100"/>
          </a:xfrm>
          <a:prstGeom prst="rect">
            <a:avLst/>
          </a:prstGeom>
        </p:spPr>
      </p:pic>
      <p:pic>
        <p:nvPicPr>
          <p:cNvPr id="506" name="图片 505" descr="notree_1_412"/>
          <p:cNvPicPr>
            <a:picLocks noChangeAspect="1"/>
          </p:cNvPicPr>
          <p:nvPr/>
        </p:nvPicPr>
        <p:blipFill>
          <a:blip r:embed="rId314"/>
          <a:stretch>
            <a:fillRect/>
          </a:stretch>
        </p:blipFill>
        <p:spPr>
          <a:xfrm>
            <a:off x="136569450" y="133902450"/>
            <a:ext cx="38100" cy="38100"/>
          </a:xfrm>
          <a:prstGeom prst="rect">
            <a:avLst/>
          </a:prstGeom>
        </p:spPr>
      </p:pic>
      <p:pic>
        <p:nvPicPr>
          <p:cNvPr id="507" name="图片 506" descr="notree_1_413"/>
          <p:cNvPicPr>
            <a:picLocks noChangeAspect="1"/>
          </p:cNvPicPr>
          <p:nvPr/>
        </p:nvPicPr>
        <p:blipFill>
          <a:blip r:embed="rId315"/>
          <a:stretch>
            <a:fillRect/>
          </a:stretch>
        </p:blipFill>
        <p:spPr>
          <a:xfrm>
            <a:off x="136886950" y="134219950"/>
            <a:ext cx="38100" cy="38100"/>
          </a:xfrm>
          <a:prstGeom prst="rect">
            <a:avLst/>
          </a:prstGeom>
        </p:spPr>
      </p:pic>
      <p:pic>
        <p:nvPicPr>
          <p:cNvPr id="508" name="图片 507" descr="notree_1_414"/>
          <p:cNvPicPr>
            <a:picLocks noChangeAspect="1"/>
          </p:cNvPicPr>
          <p:nvPr/>
        </p:nvPicPr>
        <p:blipFill>
          <a:blip r:embed="rId316"/>
          <a:stretch>
            <a:fillRect/>
          </a:stretch>
        </p:blipFill>
        <p:spPr>
          <a:xfrm>
            <a:off x="137204450" y="134537450"/>
            <a:ext cx="38100" cy="38100"/>
          </a:xfrm>
          <a:prstGeom prst="rect">
            <a:avLst/>
          </a:prstGeom>
        </p:spPr>
      </p:pic>
      <p:pic>
        <p:nvPicPr>
          <p:cNvPr id="509" name="图片 508" descr="notree_1_415"/>
          <p:cNvPicPr>
            <a:picLocks noChangeAspect="1"/>
          </p:cNvPicPr>
          <p:nvPr/>
        </p:nvPicPr>
        <p:blipFill>
          <a:blip r:embed="rId317"/>
          <a:stretch>
            <a:fillRect/>
          </a:stretch>
        </p:blipFill>
        <p:spPr>
          <a:xfrm>
            <a:off x="137521950" y="134854950"/>
            <a:ext cx="38100" cy="38100"/>
          </a:xfrm>
          <a:prstGeom prst="rect">
            <a:avLst/>
          </a:prstGeom>
        </p:spPr>
      </p:pic>
      <p:pic>
        <p:nvPicPr>
          <p:cNvPr id="510" name="图片 509" descr="notree_1_416"/>
          <p:cNvPicPr>
            <a:picLocks noChangeAspect="1"/>
          </p:cNvPicPr>
          <p:nvPr/>
        </p:nvPicPr>
        <p:blipFill>
          <a:blip r:embed="rId318"/>
          <a:stretch>
            <a:fillRect/>
          </a:stretch>
        </p:blipFill>
        <p:spPr>
          <a:xfrm>
            <a:off x="137839450" y="135172450"/>
            <a:ext cx="38100" cy="38100"/>
          </a:xfrm>
          <a:prstGeom prst="rect">
            <a:avLst/>
          </a:prstGeom>
        </p:spPr>
      </p:pic>
      <p:pic>
        <p:nvPicPr>
          <p:cNvPr id="511" name="图片 510" descr="notree_1_417"/>
          <p:cNvPicPr>
            <a:picLocks noChangeAspect="1"/>
          </p:cNvPicPr>
          <p:nvPr/>
        </p:nvPicPr>
        <p:blipFill>
          <a:blip r:embed="rId319"/>
          <a:stretch>
            <a:fillRect/>
          </a:stretch>
        </p:blipFill>
        <p:spPr>
          <a:xfrm>
            <a:off x="138156950" y="135489950"/>
            <a:ext cx="38100" cy="38100"/>
          </a:xfrm>
          <a:prstGeom prst="rect">
            <a:avLst/>
          </a:prstGeom>
        </p:spPr>
      </p:pic>
      <p:pic>
        <p:nvPicPr>
          <p:cNvPr id="512" name="图片 511" descr="notree_1_418"/>
          <p:cNvPicPr>
            <a:picLocks noChangeAspect="1"/>
          </p:cNvPicPr>
          <p:nvPr/>
        </p:nvPicPr>
        <p:blipFill>
          <a:blip r:embed="rId320"/>
          <a:stretch>
            <a:fillRect/>
          </a:stretch>
        </p:blipFill>
        <p:spPr>
          <a:xfrm>
            <a:off x="138474450" y="135807450"/>
            <a:ext cx="38100" cy="38100"/>
          </a:xfrm>
          <a:prstGeom prst="rect">
            <a:avLst/>
          </a:prstGeom>
        </p:spPr>
      </p:pic>
      <p:pic>
        <p:nvPicPr>
          <p:cNvPr id="513" name="图片 512" descr="notree_1_419"/>
          <p:cNvPicPr>
            <a:picLocks noChangeAspect="1"/>
          </p:cNvPicPr>
          <p:nvPr/>
        </p:nvPicPr>
        <p:blipFill>
          <a:blip r:embed="rId321"/>
          <a:stretch>
            <a:fillRect/>
          </a:stretch>
        </p:blipFill>
        <p:spPr>
          <a:xfrm>
            <a:off x="138791950" y="136124950"/>
            <a:ext cx="38100" cy="38100"/>
          </a:xfrm>
          <a:prstGeom prst="rect">
            <a:avLst/>
          </a:prstGeom>
        </p:spPr>
      </p:pic>
      <p:pic>
        <p:nvPicPr>
          <p:cNvPr id="514" name="图片 513" descr="notree_1_420"/>
          <p:cNvPicPr>
            <a:picLocks noChangeAspect="1"/>
          </p:cNvPicPr>
          <p:nvPr/>
        </p:nvPicPr>
        <p:blipFill>
          <a:blip r:embed="rId322"/>
          <a:stretch>
            <a:fillRect/>
          </a:stretch>
        </p:blipFill>
        <p:spPr>
          <a:xfrm>
            <a:off x="139109450" y="136442450"/>
            <a:ext cx="38100" cy="38100"/>
          </a:xfrm>
          <a:prstGeom prst="rect">
            <a:avLst/>
          </a:prstGeom>
        </p:spPr>
      </p:pic>
      <p:pic>
        <p:nvPicPr>
          <p:cNvPr id="515" name="图片 514" descr="notree_1_421"/>
          <p:cNvPicPr>
            <a:picLocks noChangeAspect="1"/>
          </p:cNvPicPr>
          <p:nvPr/>
        </p:nvPicPr>
        <p:blipFill>
          <a:blip r:embed="rId323"/>
          <a:stretch>
            <a:fillRect/>
          </a:stretch>
        </p:blipFill>
        <p:spPr>
          <a:xfrm>
            <a:off x="139426950" y="136759950"/>
            <a:ext cx="38100" cy="38100"/>
          </a:xfrm>
          <a:prstGeom prst="rect">
            <a:avLst/>
          </a:prstGeom>
        </p:spPr>
      </p:pic>
      <p:pic>
        <p:nvPicPr>
          <p:cNvPr id="516" name="图片 515" descr="notree_1_422"/>
          <p:cNvPicPr>
            <a:picLocks noChangeAspect="1"/>
          </p:cNvPicPr>
          <p:nvPr/>
        </p:nvPicPr>
        <p:blipFill>
          <a:blip r:embed="rId324"/>
          <a:stretch>
            <a:fillRect/>
          </a:stretch>
        </p:blipFill>
        <p:spPr>
          <a:xfrm>
            <a:off x="139744450" y="137077450"/>
            <a:ext cx="38100" cy="38100"/>
          </a:xfrm>
          <a:prstGeom prst="rect">
            <a:avLst/>
          </a:prstGeom>
        </p:spPr>
      </p:pic>
      <p:pic>
        <p:nvPicPr>
          <p:cNvPr id="517" name="图片 516" descr="notree_1_423"/>
          <p:cNvPicPr>
            <a:picLocks noChangeAspect="1"/>
          </p:cNvPicPr>
          <p:nvPr/>
        </p:nvPicPr>
        <p:blipFill>
          <a:blip r:embed="rId325"/>
          <a:stretch>
            <a:fillRect/>
          </a:stretch>
        </p:blipFill>
        <p:spPr>
          <a:xfrm>
            <a:off x="140061950" y="137394950"/>
            <a:ext cx="38100" cy="38100"/>
          </a:xfrm>
          <a:prstGeom prst="rect">
            <a:avLst/>
          </a:prstGeom>
        </p:spPr>
      </p:pic>
      <p:pic>
        <p:nvPicPr>
          <p:cNvPr id="518" name="图片 517" descr="notree_1_424"/>
          <p:cNvPicPr>
            <a:picLocks noChangeAspect="1"/>
          </p:cNvPicPr>
          <p:nvPr/>
        </p:nvPicPr>
        <p:blipFill>
          <a:blip r:embed="rId326"/>
          <a:stretch>
            <a:fillRect/>
          </a:stretch>
        </p:blipFill>
        <p:spPr>
          <a:xfrm>
            <a:off x="140379450" y="137712450"/>
            <a:ext cx="38100" cy="38100"/>
          </a:xfrm>
          <a:prstGeom prst="rect">
            <a:avLst/>
          </a:prstGeom>
        </p:spPr>
      </p:pic>
      <p:pic>
        <p:nvPicPr>
          <p:cNvPr id="519" name="图片 518" descr="notree_1_425"/>
          <p:cNvPicPr>
            <a:picLocks noChangeAspect="1"/>
          </p:cNvPicPr>
          <p:nvPr/>
        </p:nvPicPr>
        <p:blipFill>
          <a:blip r:embed="rId327"/>
          <a:stretch>
            <a:fillRect/>
          </a:stretch>
        </p:blipFill>
        <p:spPr>
          <a:xfrm>
            <a:off x="140696950" y="138029950"/>
            <a:ext cx="38100" cy="38100"/>
          </a:xfrm>
          <a:prstGeom prst="rect">
            <a:avLst/>
          </a:prstGeom>
        </p:spPr>
      </p:pic>
      <p:pic>
        <p:nvPicPr>
          <p:cNvPr id="520" name="图片 519" descr="notree_1_426"/>
          <p:cNvPicPr>
            <a:picLocks noChangeAspect="1"/>
          </p:cNvPicPr>
          <p:nvPr/>
        </p:nvPicPr>
        <p:blipFill>
          <a:blip r:embed="rId328"/>
          <a:stretch>
            <a:fillRect/>
          </a:stretch>
        </p:blipFill>
        <p:spPr>
          <a:xfrm>
            <a:off x="141014450" y="138347450"/>
            <a:ext cx="38100" cy="38100"/>
          </a:xfrm>
          <a:prstGeom prst="rect">
            <a:avLst/>
          </a:prstGeom>
        </p:spPr>
      </p:pic>
      <p:pic>
        <p:nvPicPr>
          <p:cNvPr id="521" name="图片 520" descr="notree_1_427"/>
          <p:cNvPicPr>
            <a:picLocks noChangeAspect="1"/>
          </p:cNvPicPr>
          <p:nvPr/>
        </p:nvPicPr>
        <p:blipFill>
          <a:blip r:embed="rId329"/>
          <a:stretch>
            <a:fillRect/>
          </a:stretch>
        </p:blipFill>
        <p:spPr>
          <a:xfrm>
            <a:off x="141331950" y="138664950"/>
            <a:ext cx="38100" cy="38100"/>
          </a:xfrm>
          <a:prstGeom prst="rect">
            <a:avLst/>
          </a:prstGeom>
        </p:spPr>
      </p:pic>
      <p:pic>
        <p:nvPicPr>
          <p:cNvPr id="522" name="图片 521" descr="notree_1_428"/>
          <p:cNvPicPr>
            <a:picLocks noChangeAspect="1"/>
          </p:cNvPicPr>
          <p:nvPr/>
        </p:nvPicPr>
        <p:blipFill>
          <a:blip r:embed="rId330"/>
          <a:stretch>
            <a:fillRect/>
          </a:stretch>
        </p:blipFill>
        <p:spPr>
          <a:xfrm>
            <a:off x="141649450" y="138982450"/>
            <a:ext cx="38100" cy="38100"/>
          </a:xfrm>
          <a:prstGeom prst="rect">
            <a:avLst/>
          </a:prstGeom>
        </p:spPr>
      </p:pic>
      <p:pic>
        <p:nvPicPr>
          <p:cNvPr id="523" name="图片 522" descr="notree_1_429"/>
          <p:cNvPicPr>
            <a:picLocks noChangeAspect="1"/>
          </p:cNvPicPr>
          <p:nvPr/>
        </p:nvPicPr>
        <p:blipFill>
          <a:blip r:embed="rId331"/>
          <a:stretch>
            <a:fillRect/>
          </a:stretch>
        </p:blipFill>
        <p:spPr>
          <a:xfrm>
            <a:off x="141966950" y="139299950"/>
            <a:ext cx="38100" cy="38100"/>
          </a:xfrm>
          <a:prstGeom prst="rect">
            <a:avLst/>
          </a:prstGeom>
        </p:spPr>
      </p:pic>
      <p:pic>
        <p:nvPicPr>
          <p:cNvPr id="524" name="图片 523" descr="notree_1_430"/>
          <p:cNvPicPr>
            <a:picLocks noChangeAspect="1"/>
          </p:cNvPicPr>
          <p:nvPr/>
        </p:nvPicPr>
        <p:blipFill>
          <a:blip r:embed="rId332"/>
          <a:stretch>
            <a:fillRect/>
          </a:stretch>
        </p:blipFill>
        <p:spPr>
          <a:xfrm>
            <a:off x="142284450" y="139617450"/>
            <a:ext cx="38100" cy="38100"/>
          </a:xfrm>
          <a:prstGeom prst="rect">
            <a:avLst/>
          </a:prstGeom>
        </p:spPr>
      </p:pic>
      <p:pic>
        <p:nvPicPr>
          <p:cNvPr id="525" name="图片 524" descr="notree_1_431"/>
          <p:cNvPicPr>
            <a:picLocks noChangeAspect="1"/>
          </p:cNvPicPr>
          <p:nvPr/>
        </p:nvPicPr>
        <p:blipFill>
          <a:blip r:embed="rId333"/>
          <a:stretch>
            <a:fillRect/>
          </a:stretch>
        </p:blipFill>
        <p:spPr>
          <a:xfrm>
            <a:off x="142601950" y="139934950"/>
            <a:ext cx="38100" cy="38100"/>
          </a:xfrm>
          <a:prstGeom prst="rect">
            <a:avLst/>
          </a:prstGeom>
        </p:spPr>
      </p:pic>
      <p:pic>
        <p:nvPicPr>
          <p:cNvPr id="526" name="图片 525" descr="notree_1_432"/>
          <p:cNvPicPr>
            <a:picLocks noChangeAspect="1"/>
          </p:cNvPicPr>
          <p:nvPr/>
        </p:nvPicPr>
        <p:blipFill>
          <a:blip r:embed="rId334"/>
          <a:stretch>
            <a:fillRect/>
          </a:stretch>
        </p:blipFill>
        <p:spPr>
          <a:xfrm>
            <a:off x="142919450" y="140252450"/>
            <a:ext cx="38100" cy="38100"/>
          </a:xfrm>
          <a:prstGeom prst="rect">
            <a:avLst/>
          </a:prstGeom>
        </p:spPr>
      </p:pic>
      <p:pic>
        <p:nvPicPr>
          <p:cNvPr id="527" name="图片 526" descr="notree_1_433"/>
          <p:cNvPicPr>
            <a:picLocks noChangeAspect="1"/>
          </p:cNvPicPr>
          <p:nvPr/>
        </p:nvPicPr>
        <p:blipFill>
          <a:blip r:embed="rId335"/>
          <a:stretch>
            <a:fillRect/>
          </a:stretch>
        </p:blipFill>
        <p:spPr>
          <a:xfrm>
            <a:off x="143236950" y="140569950"/>
            <a:ext cx="38100" cy="38100"/>
          </a:xfrm>
          <a:prstGeom prst="rect">
            <a:avLst/>
          </a:prstGeom>
        </p:spPr>
      </p:pic>
      <p:pic>
        <p:nvPicPr>
          <p:cNvPr id="528" name="图片 527" descr="notree_1_434"/>
          <p:cNvPicPr>
            <a:picLocks noChangeAspect="1"/>
          </p:cNvPicPr>
          <p:nvPr/>
        </p:nvPicPr>
        <p:blipFill>
          <a:blip r:embed="rId336"/>
          <a:stretch>
            <a:fillRect/>
          </a:stretch>
        </p:blipFill>
        <p:spPr>
          <a:xfrm>
            <a:off x="143554450" y="140887450"/>
            <a:ext cx="38100" cy="38100"/>
          </a:xfrm>
          <a:prstGeom prst="rect">
            <a:avLst/>
          </a:prstGeom>
        </p:spPr>
      </p:pic>
      <p:pic>
        <p:nvPicPr>
          <p:cNvPr id="529" name="图片 528" descr="notree_1_435"/>
          <p:cNvPicPr>
            <a:picLocks noChangeAspect="1"/>
          </p:cNvPicPr>
          <p:nvPr/>
        </p:nvPicPr>
        <p:blipFill>
          <a:blip r:embed="rId337"/>
          <a:stretch>
            <a:fillRect/>
          </a:stretch>
        </p:blipFill>
        <p:spPr>
          <a:xfrm>
            <a:off x="143871950" y="141204950"/>
            <a:ext cx="38100" cy="38100"/>
          </a:xfrm>
          <a:prstGeom prst="rect">
            <a:avLst/>
          </a:prstGeom>
        </p:spPr>
      </p:pic>
      <p:pic>
        <p:nvPicPr>
          <p:cNvPr id="530" name="图片 529" descr="notree_1_436"/>
          <p:cNvPicPr>
            <a:picLocks noChangeAspect="1"/>
          </p:cNvPicPr>
          <p:nvPr/>
        </p:nvPicPr>
        <p:blipFill>
          <a:blip r:embed="rId338"/>
          <a:stretch>
            <a:fillRect/>
          </a:stretch>
        </p:blipFill>
        <p:spPr>
          <a:xfrm>
            <a:off x="144189450" y="141522450"/>
            <a:ext cx="38100" cy="38100"/>
          </a:xfrm>
          <a:prstGeom prst="rect">
            <a:avLst/>
          </a:prstGeom>
        </p:spPr>
      </p:pic>
      <p:pic>
        <p:nvPicPr>
          <p:cNvPr id="531" name="图片 530" descr="notree_1_437"/>
          <p:cNvPicPr>
            <a:picLocks noChangeAspect="1"/>
          </p:cNvPicPr>
          <p:nvPr/>
        </p:nvPicPr>
        <p:blipFill>
          <a:blip r:embed="rId339"/>
          <a:stretch>
            <a:fillRect/>
          </a:stretch>
        </p:blipFill>
        <p:spPr>
          <a:xfrm>
            <a:off x="144506950" y="141839950"/>
            <a:ext cx="38100" cy="38100"/>
          </a:xfrm>
          <a:prstGeom prst="rect">
            <a:avLst/>
          </a:prstGeom>
        </p:spPr>
      </p:pic>
      <p:pic>
        <p:nvPicPr>
          <p:cNvPr id="532" name="图片 531" descr="notree_1_438"/>
          <p:cNvPicPr>
            <a:picLocks noChangeAspect="1"/>
          </p:cNvPicPr>
          <p:nvPr/>
        </p:nvPicPr>
        <p:blipFill>
          <a:blip r:embed="rId340"/>
          <a:stretch>
            <a:fillRect/>
          </a:stretch>
        </p:blipFill>
        <p:spPr>
          <a:xfrm>
            <a:off x="144824450" y="142157450"/>
            <a:ext cx="38100" cy="38100"/>
          </a:xfrm>
          <a:prstGeom prst="rect">
            <a:avLst/>
          </a:prstGeom>
        </p:spPr>
      </p:pic>
      <p:pic>
        <p:nvPicPr>
          <p:cNvPr id="533" name="图片 532" descr="notree_1_439"/>
          <p:cNvPicPr>
            <a:picLocks noChangeAspect="1"/>
          </p:cNvPicPr>
          <p:nvPr/>
        </p:nvPicPr>
        <p:blipFill>
          <a:blip r:embed="rId341"/>
          <a:stretch>
            <a:fillRect/>
          </a:stretch>
        </p:blipFill>
        <p:spPr>
          <a:xfrm>
            <a:off x="145141950" y="142474950"/>
            <a:ext cx="38100" cy="38100"/>
          </a:xfrm>
          <a:prstGeom prst="rect">
            <a:avLst/>
          </a:prstGeom>
        </p:spPr>
      </p:pic>
      <p:pic>
        <p:nvPicPr>
          <p:cNvPr id="534" name="图片 533" descr="notree_1_440"/>
          <p:cNvPicPr>
            <a:picLocks noChangeAspect="1"/>
          </p:cNvPicPr>
          <p:nvPr/>
        </p:nvPicPr>
        <p:blipFill>
          <a:blip r:embed="rId342"/>
          <a:stretch>
            <a:fillRect/>
          </a:stretch>
        </p:blipFill>
        <p:spPr>
          <a:xfrm>
            <a:off x="145459450" y="142792450"/>
            <a:ext cx="38100" cy="38100"/>
          </a:xfrm>
          <a:prstGeom prst="rect">
            <a:avLst/>
          </a:prstGeom>
        </p:spPr>
      </p:pic>
      <p:pic>
        <p:nvPicPr>
          <p:cNvPr id="535" name="图片 534" descr="notree_1_441"/>
          <p:cNvPicPr>
            <a:picLocks noChangeAspect="1"/>
          </p:cNvPicPr>
          <p:nvPr/>
        </p:nvPicPr>
        <p:blipFill>
          <a:blip r:embed="rId343"/>
          <a:stretch>
            <a:fillRect/>
          </a:stretch>
        </p:blipFill>
        <p:spPr>
          <a:xfrm>
            <a:off x="145776950" y="143109950"/>
            <a:ext cx="38100" cy="38100"/>
          </a:xfrm>
          <a:prstGeom prst="rect">
            <a:avLst/>
          </a:prstGeom>
        </p:spPr>
      </p:pic>
      <p:pic>
        <p:nvPicPr>
          <p:cNvPr id="536" name="图片 535" descr="notree_1_442"/>
          <p:cNvPicPr>
            <a:picLocks noChangeAspect="1"/>
          </p:cNvPicPr>
          <p:nvPr/>
        </p:nvPicPr>
        <p:blipFill>
          <a:blip r:embed="rId344"/>
          <a:stretch>
            <a:fillRect/>
          </a:stretch>
        </p:blipFill>
        <p:spPr>
          <a:xfrm>
            <a:off x="146094450" y="143427450"/>
            <a:ext cx="38100" cy="38100"/>
          </a:xfrm>
          <a:prstGeom prst="rect">
            <a:avLst/>
          </a:prstGeom>
        </p:spPr>
      </p:pic>
      <p:pic>
        <p:nvPicPr>
          <p:cNvPr id="537" name="图片 536" descr="notree_1_443"/>
          <p:cNvPicPr>
            <a:picLocks noChangeAspect="1"/>
          </p:cNvPicPr>
          <p:nvPr/>
        </p:nvPicPr>
        <p:blipFill>
          <a:blip r:embed="rId345"/>
          <a:stretch>
            <a:fillRect/>
          </a:stretch>
        </p:blipFill>
        <p:spPr>
          <a:xfrm>
            <a:off x="146411950" y="143744950"/>
            <a:ext cx="38100" cy="38100"/>
          </a:xfrm>
          <a:prstGeom prst="rect">
            <a:avLst/>
          </a:prstGeom>
        </p:spPr>
      </p:pic>
      <p:pic>
        <p:nvPicPr>
          <p:cNvPr id="538" name="图片 537" descr="notree_1_444"/>
          <p:cNvPicPr>
            <a:picLocks noChangeAspect="1"/>
          </p:cNvPicPr>
          <p:nvPr/>
        </p:nvPicPr>
        <p:blipFill>
          <a:blip r:embed="rId346"/>
          <a:stretch>
            <a:fillRect/>
          </a:stretch>
        </p:blipFill>
        <p:spPr>
          <a:xfrm>
            <a:off x="146729450" y="144062450"/>
            <a:ext cx="38100" cy="38100"/>
          </a:xfrm>
          <a:prstGeom prst="rect">
            <a:avLst/>
          </a:prstGeom>
        </p:spPr>
      </p:pic>
      <p:pic>
        <p:nvPicPr>
          <p:cNvPr id="539" name="图片 538" descr="notree_1_445"/>
          <p:cNvPicPr>
            <a:picLocks noChangeAspect="1"/>
          </p:cNvPicPr>
          <p:nvPr/>
        </p:nvPicPr>
        <p:blipFill>
          <a:blip r:embed="rId347"/>
          <a:stretch>
            <a:fillRect/>
          </a:stretch>
        </p:blipFill>
        <p:spPr>
          <a:xfrm>
            <a:off x="147046950" y="144379950"/>
            <a:ext cx="38100" cy="38100"/>
          </a:xfrm>
          <a:prstGeom prst="rect">
            <a:avLst/>
          </a:prstGeom>
        </p:spPr>
      </p:pic>
      <p:pic>
        <p:nvPicPr>
          <p:cNvPr id="540" name="图片 539" descr="notree_1_446"/>
          <p:cNvPicPr>
            <a:picLocks noChangeAspect="1"/>
          </p:cNvPicPr>
          <p:nvPr/>
        </p:nvPicPr>
        <p:blipFill>
          <a:blip r:embed="rId348"/>
          <a:stretch>
            <a:fillRect/>
          </a:stretch>
        </p:blipFill>
        <p:spPr>
          <a:xfrm>
            <a:off x="147364450" y="144697450"/>
            <a:ext cx="38100" cy="38100"/>
          </a:xfrm>
          <a:prstGeom prst="rect">
            <a:avLst/>
          </a:prstGeom>
        </p:spPr>
      </p:pic>
      <p:pic>
        <p:nvPicPr>
          <p:cNvPr id="541" name="图片 540" descr="notree_1_447"/>
          <p:cNvPicPr>
            <a:picLocks noChangeAspect="1"/>
          </p:cNvPicPr>
          <p:nvPr/>
        </p:nvPicPr>
        <p:blipFill>
          <a:blip r:embed="rId349"/>
          <a:stretch>
            <a:fillRect/>
          </a:stretch>
        </p:blipFill>
        <p:spPr>
          <a:xfrm>
            <a:off x="147681950" y="145014950"/>
            <a:ext cx="38100" cy="38100"/>
          </a:xfrm>
          <a:prstGeom prst="rect">
            <a:avLst/>
          </a:prstGeom>
        </p:spPr>
      </p:pic>
      <p:pic>
        <p:nvPicPr>
          <p:cNvPr id="542" name="图片 541" descr="notree_1_448"/>
          <p:cNvPicPr>
            <a:picLocks noChangeAspect="1"/>
          </p:cNvPicPr>
          <p:nvPr/>
        </p:nvPicPr>
        <p:blipFill>
          <a:blip r:embed="rId350"/>
          <a:stretch>
            <a:fillRect/>
          </a:stretch>
        </p:blipFill>
        <p:spPr>
          <a:xfrm>
            <a:off x="147999450" y="145332450"/>
            <a:ext cx="38100" cy="38100"/>
          </a:xfrm>
          <a:prstGeom prst="rect">
            <a:avLst/>
          </a:prstGeom>
        </p:spPr>
      </p:pic>
      <p:pic>
        <p:nvPicPr>
          <p:cNvPr id="543" name="图片 542" descr="notree_1_449"/>
          <p:cNvPicPr>
            <a:picLocks noChangeAspect="1"/>
          </p:cNvPicPr>
          <p:nvPr/>
        </p:nvPicPr>
        <p:blipFill>
          <a:blip r:embed="rId351"/>
          <a:stretch>
            <a:fillRect/>
          </a:stretch>
        </p:blipFill>
        <p:spPr>
          <a:xfrm>
            <a:off x="148316950" y="145649950"/>
            <a:ext cx="38100" cy="38100"/>
          </a:xfrm>
          <a:prstGeom prst="rect">
            <a:avLst/>
          </a:prstGeom>
        </p:spPr>
      </p:pic>
      <p:pic>
        <p:nvPicPr>
          <p:cNvPr id="544" name="图片 543" descr="notree_1_450"/>
          <p:cNvPicPr>
            <a:picLocks noChangeAspect="1"/>
          </p:cNvPicPr>
          <p:nvPr/>
        </p:nvPicPr>
        <p:blipFill>
          <a:blip r:embed="rId352"/>
          <a:stretch>
            <a:fillRect/>
          </a:stretch>
        </p:blipFill>
        <p:spPr>
          <a:xfrm>
            <a:off x="148634450" y="145967450"/>
            <a:ext cx="38100" cy="38100"/>
          </a:xfrm>
          <a:prstGeom prst="rect">
            <a:avLst/>
          </a:prstGeom>
        </p:spPr>
      </p:pic>
      <p:pic>
        <p:nvPicPr>
          <p:cNvPr id="545" name="图片 544" descr="notree_1_451"/>
          <p:cNvPicPr>
            <a:picLocks noChangeAspect="1"/>
          </p:cNvPicPr>
          <p:nvPr/>
        </p:nvPicPr>
        <p:blipFill>
          <a:blip r:embed="rId353"/>
          <a:stretch>
            <a:fillRect/>
          </a:stretch>
        </p:blipFill>
        <p:spPr>
          <a:xfrm>
            <a:off x="148951950" y="146284950"/>
            <a:ext cx="38100" cy="38100"/>
          </a:xfrm>
          <a:prstGeom prst="rect">
            <a:avLst/>
          </a:prstGeom>
        </p:spPr>
      </p:pic>
      <p:pic>
        <p:nvPicPr>
          <p:cNvPr id="546" name="图片 545" descr="notree_1_452"/>
          <p:cNvPicPr>
            <a:picLocks noChangeAspect="1"/>
          </p:cNvPicPr>
          <p:nvPr/>
        </p:nvPicPr>
        <p:blipFill>
          <a:blip r:embed="rId354"/>
          <a:stretch>
            <a:fillRect/>
          </a:stretch>
        </p:blipFill>
        <p:spPr>
          <a:xfrm>
            <a:off x="149269450" y="146602450"/>
            <a:ext cx="38100" cy="38100"/>
          </a:xfrm>
          <a:prstGeom prst="rect">
            <a:avLst/>
          </a:prstGeom>
        </p:spPr>
      </p:pic>
      <p:pic>
        <p:nvPicPr>
          <p:cNvPr id="547" name="图片 546" descr="notree_1_453"/>
          <p:cNvPicPr>
            <a:picLocks noChangeAspect="1"/>
          </p:cNvPicPr>
          <p:nvPr/>
        </p:nvPicPr>
        <p:blipFill>
          <a:blip r:embed="rId355"/>
          <a:stretch>
            <a:fillRect/>
          </a:stretch>
        </p:blipFill>
        <p:spPr>
          <a:xfrm>
            <a:off x="149586950" y="146919950"/>
            <a:ext cx="38100" cy="38100"/>
          </a:xfrm>
          <a:prstGeom prst="rect">
            <a:avLst/>
          </a:prstGeom>
        </p:spPr>
      </p:pic>
      <p:pic>
        <p:nvPicPr>
          <p:cNvPr id="548" name="图片 547" descr="notree_1_454"/>
          <p:cNvPicPr>
            <a:picLocks noChangeAspect="1"/>
          </p:cNvPicPr>
          <p:nvPr/>
        </p:nvPicPr>
        <p:blipFill>
          <a:blip r:embed="rId356"/>
          <a:stretch>
            <a:fillRect/>
          </a:stretch>
        </p:blipFill>
        <p:spPr>
          <a:xfrm>
            <a:off x="149904450" y="147237450"/>
            <a:ext cx="38100" cy="38100"/>
          </a:xfrm>
          <a:prstGeom prst="rect">
            <a:avLst/>
          </a:prstGeom>
        </p:spPr>
      </p:pic>
      <p:pic>
        <p:nvPicPr>
          <p:cNvPr id="549" name="图片 548" descr="notree_1_455"/>
          <p:cNvPicPr>
            <a:picLocks noChangeAspect="1"/>
          </p:cNvPicPr>
          <p:nvPr/>
        </p:nvPicPr>
        <p:blipFill>
          <a:blip r:embed="rId357"/>
          <a:stretch>
            <a:fillRect/>
          </a:stretch>
        </p:blipFill>
        <p:spPr>
          <a:xfrm>
            <a:off x="150221950" y="147554950"/>
            <a:ext cx="38100" cy="38100"/>
          </a:xfrm>
          <a:prstGeom prst="rect">
            <a:avLst/>
          </a:prstGeom>
        </p:spPr>
      </p:pic>
      <p:pic>
        <p:nvPicPr>
          <p:cNvPr id="550" name="图片 549" descr="notree_1_456"/>
          <p:cNvPicPr>
            <a:picLocks noChangeAspect="1"/>
          </p:cNvPicPr>
          <p:nvPr/>
        </p:nvPicPr>
        <p:blipFill>
          <a:blip r:embed="rId358"/>
          <a:stretch>
            <a:fillRect/>
          </a:stretch>
        </p:blipFill>
        <p:spPr>
          <a:xfrm>
            <a:off x="150539450" y="147872450"/>
            <a:ext cx="38100" cy="38100"/>
          </a:xfrm>
          <a:prstGeom prst="rect">
            <a:avLst/>
          </a:prstGeom>
        </p:spPr>
      </p:pic>
      <p:pic>
        <p:nvPicPr>
          <p:cNvPr id="551" name="图片 550" descr="notree_1_457"/>
          <p:cNvPicPr>
            <a:picLocks noChangeAspect="1"/>
          </p:cNvPicPr>
          <p:nvPr/>
        </p:nvPicPr>
        <p:blipFill>
          <a:blip r:embed="rId359"/>
          <a:stretch>
            <a:fillRect/>
          </a:stretch>
        </p:blipFill>
        <p:spPr>
          <a:xfrm>
            <a:off x="150856950" y="148189950"/>
            <a:ext cx="38100" cy="38100"/>
          </a:xfrm>
          <a:prstGeom prst="rect">
            <a:avLst/>
          </a:prstGeom>
        </p:spPr>
      </p:pic>
      <p:pic>
        <p:nvPicPr>
          <p:cNvPr id="552" name="图片 551" descr="notree_1_458"/>
          <p:cNvPicPr>
            <a:picLocks noChangeAspect="1"/>
          </p:cNvPicPr>
          <p:nvPr/>
        </p:nvPicPr>
        <p:blipFill>
          <a:blip r:embed="rId360"/>
          <a:stretch>
            <a:fillRect/>
          </a:stretch>
        </p:blipFill>
        <p:spPr>
          <a:xfrm>
            <a:off x="151174450" y="148507450"/>
            <a:ext cx="38100" cy="38100"/>
          </a:xfrm>
          <a:prstGeom prst="rect">
            <a:avLst/>
          </a:prstGeom>
        </p:spPr>
      </p:pic>
      <p:pic>
        <p:nvPicPr>
          <p:cNvPr id="553" name="图片 552" descr="notree_1_459"/>
          <p:cNvPicPr>
            <a:picLocks noChangeAspect="1"/>
          </p:cNvPicPr>
          <p:nvPr/>
        </p:nvPicPr>
        <p:blipFill>
          <a:blip r:embed="rId361"/>
          <a:stretch>
            <a:fillRect/>
          </a:stretch>
        </p:blipFill>
        <p:spPr>
          <a:xfrm>
            <a:off x="151491950" y="148824950"/>
            <a:ext cx="38100" cy="38100"/>
          </a:xfrm>
          <a:prstGeom prst="rect">
            <a:avLst/>
          </a:prstGeom>
        </p:spPr>
      </p:pic>
      <p:pic>
        <p:nvPicPr>
          <p:cNvPr id="554" name="图片 553" descr="notree_1_460"/>
          <p:cNvPicPr>
            <a:picLocks noChangeAspect="1"/>
          </p:cNvPicPr>
          <p:nvPr/>
        </p:nvPicPr>
        <p:blipFill>
          <a:blip r:embed="rId362"/>
          <a:stretch>
            <a:fillRect/>
          </a:stretch>
        </p:blipFill>
        <p:spPr>
          <a:xfrm>
            <a:off x="151809450" y="149142450"/>
            <a:ext cx="38100" cy="38100"/>
          </a:xfrm>
          <a:prstGeom prst="rect">
            <a:avLst/>
          </a:prstGeom>
        </p:spPr>
      </p:pic>
      <p:pic>
        <p:nvPicPr>
          <p:cNvPr id="555" name="图片 554" descr="notree_1_461"/>
          <p:cNvPicPr>
            <a:picLocks noChangeAspect="1"/>
          </p:cNvPicPr>
          <p:nvPr/>
        </p:nvPicPr>
        <p:blipFill>
          <a:blip r:embed="rId363"/>
          <a:stretch>
            <a:fillRect/>
          </a:stretch>
        </p:blipFill>
        <p:spPr>
          <a:xfrm>
            <a:off x="152126950" y="149459950"/>
            <a:ext cx="38100" cy="38100"/>
          </a:xfrm>
          <a:prstGeom prst="rect">
            <a:avLst/>
          </a:prstGeom>
        </p:spPr>
      </p:pic>
      <p:pic>
        <p:nvPicPr>
          <p:cNvPr id="556" name="图片 555" descr="notree_1_462"/>
          <p:cNvPicPr>
            <a:picLocks noChangeAspect="1"/>
          </p:cNvPicPr>
          <p:nvPr/>
        </p:nvPicPr>
        <p:blipFill>
          <a:blip r:embed="rId364"/>
          <a:stretch>
            <a:fillRect/>
          </a:stretch>
        </p:blipFill>
        <p:spPr>
          <a:xfrm>
            <a:off x="152444450" y="149777450"/>
            <a:ext cx="38100" cy="38100"/>
          </a:xfrm>
          <a:prstGeom prst="rect">
            <a:avLst/>
          </a:prstGeom>
        </p:spPr>
      </p:pic>
      <p:pic>
        <p:nvPicPr>
          <p:cNvPr id="557" name="图片 556" descr="notree_1_463"/>
          <p:cNvPicPr>
            <a:picLocks noChangeAspect="1"/>
          </p:cNvPicPr>
          <p:nvPr/>
        </p:nvPicPr>
        <p:blipFill>
          <a:blip r:embed="rId365"/>
          <a:stretch>
            <a:fillRect/>
          </a:stretch>
        </p:blipFill>
        <p:spPr>
          <a:xfrm>
            <a:off x="152761950" y="150094950"/>
            <a:ext cx="38100" cy="38100"/>
          </a:xfrm>
          <a:prstGeom prst="rect">
            <a:avLst/>
          </a:prstGeom>
        </p:spPr>
      </p:pic>
      <p:pic>
        <p:nvPicPr>
          <p:cNvPr id="558" name="图片 557" descr="notree_1_464"/>
          <p:cNvPicPr>
            <a:picLocks noChangeAspect="1"/>
          </p:cNvPicPr>
          <p:nvPr/>
        </p:nvPicPr>
        <p:blipFill>
          <a:blip r:embed="rId366"/>
          <a:stretch>
            <a:fillRect/>
          </a:stretch>
        </p:blipFill>
        <p:spPr>
          <a:xfrm>
            <a:off x="153079450" y="150412450"/>
            <a:ext cx="38100" cy="38100"/>
          </a:xfrm>
          <a:prstGeom prst="rect">
            <a:avLst/>
          </a:prstGeom>
        </p:spPr>
      </p:pic>
      <p:pic>
        <p:nvPicPr>
          <p:cNvPr id="559" name="图片 558" descr="notree_1_465"/>
          <p:cNvPicPr>
            <a:picLocks noChangeAspect="1"/>
          </p:cNvPicPr>
          <p:nvPr/>
        </p:nvPicPr>
        <p:blipFill>
          <a:blip r:embed="rId367"/>
          <a:stretch>
            <a:fillRect/>
          </a:stretch>
        </p:blipFill>
        <p:spPr>
          <a:xfrm>
            <a:off x="153396950" y="150729950"/>
            <a:ext cx="38100" cy="38100"/>
          </a:xfrm>
          <a:prstGeom prst="rect">
            <a:avLst/>
          </a:prstGeom>
        </p:spPr>
      </p:pic>
      <p:pic>
        <p:nvPicPr>
          <p:cNvPr id="560" name="图片 559" descr="notree_1_466"/>
          <p:cNvPicPr>
            <a:picLocks noChangeAspect="1"/>
          </p:cNvPicPr>
          <p:nvPr/>
        </p:nvPicPr>
        <p:blipFill>
          <a:blip r:embed="rId368"/>
          <a:stretch>
            <a:fillRect/>
          </a:stretch>
        </p:blipFill>
        <p:spPr>
          <a:xfrm>
            <a:off x="153714450" y="151047450"/>
            <a:ext cx="38100" cy="38100"/>
          </a:xfrm>
          <a:prstGeom prst="rect">
            <a:avLst/>
          </a:prstGeom>
        </p:spPr>
      </p:pic>
      <p:pic>
        <p:nvPicPr>
          <p:cNvPr id="561" name="图片 560" descr="notree_1_467"/>
          <p:cNvPicPr>
            <a:picLocks noChangeAspect="1"/>
          </p:cNvPicPr>
          <p:nvPr/>
        </p:nvPicPr>
        <p:blipFill>
          <a:blip r:embed="rId369"/>
          <a:stretch>
            <a:fillRect/>
          </a:stretch>
        </p:blipFill>
        <p:spPr>
          <a:xfrm>
            <a:off x="154031950" y="151364950"/>
            <a:ext cx="38100" cy="38100"/>
          </a:xfrm>
          <a:prstGeom prst="rect">
            <a:avLst/>
          </a:prstGeom>
        </p:spPr>
      </p:pic>
      <p:pic>
        <p:nvPicPr>
          <p:cNvPr id="562" name="图片 561" descr="notree_1_468"/>
          <p:cNvPicPr>
            <a:picLocks noChangeAspect="1"/>
          </p:cNvPicPr>
          <p:nvPr/>
        </p:nvPicPr>
        <p:blipFill>
          <a:blip r:embed="rId370"/>
          <a:stretch>
            <a:fillRect/>
          </a:stretch>
        </p:blipFill>
        <p:spPr>
          <a:xfrm>
            <a:off x="154349450" y="151682450"/>
            <a:ext cx="38100" cy="38100"/>
          </a:xfrm>
          <a:prstGeom prst="rect">
            <a:avLst/>
          </a:prstGeom>
        </p:spPr>
      </p:pic>
      <p:pic>
        <p:nvPicPr>
          <p:cNvPr id="563" name="图片 562" descr="notree_1_469"/>
          <p:cNvPicPr>
            <a:picLocks noChangeAspect="1"/>
          </p:cNvPicPr>
          <p:nvPr/>
        </p:nvPicPr>
        <p:blipFill>
          <a:blip r:embed="rId371"/>
          <a:stretch>
            <a:fillRect/>
          </a:stretch>
        </p:blipFill>
        <p:spPr>
          <a:xfrm>
            <a:off x="154666950" y="151999950"/>
            <a:ext cx="38100" cy="38100"/>
          </a:xfrm>
          <a:prstGeom prst="rect">
            <a:avLst/>
          </a:prstGeom>
        </p:spPr>
      </p:pic>
      <p:pic>
        <p:nvPicPr>
          <p:cNvPr id="564" name="图片 563" descr="notree_1_470"/>
          <p:cNvPicPr>
            <a:picLocks noChangeAspect="1"/>
          </p:cNvPicPr>
          <p:nvPr/>
        </p:nvPicPr>
        <p:blipFill>
          <a:blip r:embed="rId372"/>
          <a:stretch>
            <a:fillRect/>
          </a:stretch>
        </p:blipFill>
        <p:spPr>
          <a:xfrm>
            <a:off x="154984450" y="152317450"/>
            <a:ext cx="38100" cy="38100"/>
          </a:xfrm>
          <a:prstGeom prst="rect">
            <a:avLst/>
          </a:prstGeom>
        </p:spPr>
      </p:pic>
      <p:pic>
        <p:nvPicPr>
          <p:cNvPr id="565" name="图片 564" descr="notree_1_471"/>
          <p:cNvPicPr>
            <a:picLocks noChangeAspect="1"/>
          </p:cNvPicPr>
          <p:nvPr/>
        </p:nvPicPr>
        <p:blipFill>
          <a:blip r:embed="rId373"/>
          <a:stretch>
            <a:fillRect/>
          </a:stretch>
        </p:blipFill>
        <p:spPr>
          <a:xfrm>
            <a:off x="155301950" y="152634950"/>
            <a:ext cx="38100" cy="38100"/>
          </a:xfrm>
          <a:prstGeom prst="rect">
            <a:avLst/>
          </a:prstGeom>
        </p:spPr>
      </p:pic>
      <p:pic>
        <p:nvPicPr>
          <p:cNvPr id="566" name="图片 565" descr="notree_1_472"/>
          <p:cNvPicPr>
            <a:picLocks noChangeAspect="1"/>
          </p:cNvPicPr>
          <p:nvPr/>
        </p:nvPicPr>
        <p:blipFill>
          <a:blip r:embed="rId374"/>
          <a:stretch>
            <a:fillRect/>
          </a:stretch>
        </p:blipFill>
        <p:spPr>
          <a:xfrm>
            <a:off x="155619450" y="152952450"/>
            <a:ext cx="38100" cy="38100"/>
          </a:xfrm>
          <a:prstGeom prst="rect">
            <a:avLst/>
          </a:prstGeom>
        </p:spPr>
      </p:pic>
      <p:pic>
        <p:nvPicPr>
          <p:cNvPr id="567" name="图片 566" descr="notree_1_473"/>
          <p:cNvPicPr>
            <a:picLocks noChangeAspect="1"/>
          </p:cNvPicPr>
          <p:nvPr/>
        </p:nvPicPr>
        <p:blipFill>
          <a:blip r:embed="rId375"/>
          <a:stretch>
            <a:fillRect/>
          </a:stretch>
        </p:blipFill>
        <p:spPr>
          <a:xfrm>
            <a:off x="155936950" y="153269950"/>
            <a:ext cx="38100" cy="38100"/>
          </a:xfrm>
          <a:prstGeom prst="rect">
            <a:avLst/>
          </a:prstGeom>
        </p:spPr>
      </p:pic>
      <p:pic>
        <p:nvPicPr>
          <p:cNvPr id="568" name="图片 567" descr="notree_1_474"/>
          <p:cNvPicPr>
            <a:picLocks noChangeAspect="1"/>
          </p:cNvPicPr>
          <p:nvPr/>
        </p:nvPicPr>
        <p:blipFill>
          <a:blip r:embed="rId376"/>
          <a:stretch>
            <a:fillRect/>
          </a:stretch>
        </p:blipFill>
        <p:spPr>
          <a:xfrm>
            <a:off x="156254450" y="153587450"/>
            <a:ext cx="38100" cy="38100"/>
          </a:xfrm>
          <a:prstGeom prst="rect">
            <a:avLst/>
          </a:prstGeom>
        </p:spPr>
      </p:pic>
      <p:pic>
        <p:nvPicPr>
          <p:cNvPr id="569" name="图片 568" descr="notree_1_475"/>
          <p:cNvPicPr>
            <a:picLocks noChangeAspect="1"/>
          </p:cNvPicPr>
          <p:nvPr/>
        </p:nvPicPr>
        <p:blipFill>
          <a:blip r:embed="rId377"/>
          <a:stretch>
            <a:fillRect/>
          </a:stretch>
        </p:blipFill>
        <p:spPr>
          <a:xfrm>
            <a:off x="156571950" y="153904950"/>
            <a:ext cx="38100" cy="38100"/>
          </a:xfrm>
          <a:prstGeom prst="rect">
            <a:avLst/>
          </a:prstGeom>
        </p:spPr>
      </p:pic>
      <p:pic>
        <p:nvPicPr>
          <p:cNvPr id="570" name="图片 569" descr="notree_1_476"/>
          <p:cNvPicPr>
            <a:picLocks noChangeAspect="1"/>
          </p:cNvPicPr>
          <p:nvPr/>
        </p:nvPicPr>
        <p:blipFill>
          <a:blip r:embed="rId378"/>
          <a:stretch>
            <a:fillRect/>
          </a:stretch>
        </p:blipFill>
        <p:spPr>
          <a:xfrm>
            <a:off x="156889450" y="154222450"/>
            <a:ext cx="38100" cy="38100"/>
          </a:xfrm>
          <a:prstGeom prst="rect">
            <a:avLst/>
          </a:prstGeom>
        </p:spPr>
      </p:pic>
      <p:pic>
        <p:nvPicPr>
          <p:cNvPr id="571" name="图片 570" descr="notree_1_477"/>
          <p:cNvPicPr>
            <a:picLocks noChangeAspect="1"/>
          </p:cNvPicPr>
          <p:nvPr/>
        </p:nvPicPr>
        <p:blipFill>
          <a:blip r:embed="rId379"/>
          <a:stretch>
            <a:fillRect/>
          </a:stretch>
        </p:blipFill>
        <p:spPr>
          <a:xfrm>
            <a:off x="157206950" y="154539950"/>
            <a:ext cx="38100" cy="38100"/>
          </a:xfrm>
          <a:prstGeom prst="rect">
            <a:avLst/>
          </a:prstGeom>
        </p:spPr>
      </p:pic>
      <p:pic>
        <p:nvPicPr>
          <p:cNvPr id="572" name="图片 571" descr="notree_1_478"/>
          <p:cNvPicPr>
            <a:picLocks noChangeAspect="1"/>
          </p:cNvPicPr>
          <p:nvPr/>
        </p:nvPicPr>
        <p:blipFill>
          <a:blip r:embed="rId380"/>
          <a:stretch>
            <a:fillRect/>
          </a:stretch>
        </p:blipFill>
        <p:spPr>
          <a:xfrm>
            <a:off x="157524450" y="154857450"/>
            <a:ext cx="38100" cy="38100"/>
          </a:xfrm>
          <a:prstGeom prst="rect">
            <a:avLst/>
          </a:prstGeom>
        </p:spPr>
      </p:pic>
      <p:pic>
        <p:nvPicPr>
          <p:cNvPr id="573" name="图片 572" descr="notree_1_479"/>
          <p:cNvPicPr>
            <a:picLocks noChangeAspect="1"/>
          </p:cNvPicPr>
          <p:nvPr/>
        </p:nvPicPr>
        <p:blipFill>
          <a:blip r:embed="rId381"/>
          <a:stretch>
            <a:fillRect/>
          </a:stretch>
        </p:blipFill>
        <p:spPr>
          <a:xfrm>
            <a:off x="157841950" y="155174950"/>
            <a:ext cx="38100" cy="38100"/>
          </a:xfrm>
          <a:prstGeom prst="rect">
            <a:avLst/>
          </a:prstGeom>
        </p:spPr>
      </p:pic>
      <p:pic>
        <p:nvPicPr>
          <p:cNvPr id="574" name="图片 573" descr="notree_1_480"/>
          <p:cNvPicPr>
            <a:picLocks noChangeAspect="1"/>
          </p:cNvPicPr>
          <p:nvPr/>
        </p:nvPicPr>
        <p:blipFill>
          <a:blip r:embed="rId382"/>
          <a:stretch>
            <a:fillRect/>
          </a:stretch>
        </p:blipFill>
        <p:spPr>
          <a:xfrm>
            <a:off x="158159450" y="155492450"/>
            <a:ext cx="38100" cy="38100"/>
          </a:xfrm>
          <a:prstGeom prst="rect">
            <a:avLst/>
          </a:prstGeom>
        </p:spPr>
      </p:pic>
      <p:pic>
        <p:nvPicPr>
          <p:cNvPr id="575" name="图片 574" descr="notree_1_481"/>
          <p:cNvPicPr>
            <a:picLocks noChangeAspect="1"/>
          </p:cNvPicPr>
          <p:nvPr/>
        </p:nvPicPr>
        <p:blipFill>
          <a:blip r:embed="rId383"/>
          <a:stretch>
            <a:fillRect/>
          </a:stretch>
        </p:blipFill>
        <p:spPr>
          <a:xfrm>
            <a:off x="158476950" y="155809950"/>
            <a:ext cx="38100" cy="38100"/>
          </a:xfrm>
          <a:prstGeom prst="rect">
            <a:avLst/>
          </a:prstGeom>
        </p:spPr>
      </p:pic>
      <p:pic>
        <p:nvPicPr>
          <p:cNvPr id="576" name="图片 575" descr="notree_1_482"/>
          <p:cNvPicPr>
            <a:picLocks noChangeAspect="1"/>
          </p:cNvPicPr>
          <p:nvPr/>
        </p:nvPicPr>
        <p:blipFill>
          <a:blip r:embed="rId384"/>
          <a:stretch>
            <a:fillRect/>
          </a:stretch>
        </p:blipFill>
        <p:spPr>
          <a:xfrm>
            <a:off x="158794450" y="156127450"/>
            <a:ext cx="38100" cy="38100"/>
          </a:xfrm>
          <a:prstGeom prst="rect">
            <a:avLst/>
          </a:prstGeom>
        </p:spPr>
      </p:pic>
      <p:pic>
        <p:nvPicPr>
          <p:cNvPr id="577" name="图片 576" descr="notree_1_483"/>
          <p:cNvPicPr>
            <a:picLocks noChangeAspect="1"/>
          </p:cNvPicPr>
          <p:nvPr/>
        </p:nvPicPr>
        <p:blipFill>
          <a:blip r:embed="rId385"/>
          <a:stretch>
            <a:fillRect/>
          </a:stretch>
        </p:blipFill>
        <p:spPr>
          <a:xfrm>
            <a:off x="159111950" y="156444950"/>
            <a:ext cx="38100" cy="38100"/>
          </a:xfrm>
          <a:prstGeom prst="rect">
            <a:avLst/>
          </a:prstGeom>
        </p:spPr>
      </p:pic>
      <p:pic>
        <p:nvPicPr>
          <p:cNvPr id="578" name="图片 577" descr="notree_1_484"/>
          <p:cNvPicPr>
            <a:picLocks noChangeAspect="1"/>
          </p:cNvPicPr>
          <p:nvPr/>
        </p:nvPicPr>
        <p:blipFill>
          <a:blip r:embed="rId386"/>
          <a:stretch>
            <a:fillRect/>
          </a:stretch>
        </p:blipFill>
        <p:spPr>
          <a:xfrm>
            <a:off x="159429450" y="156762450"/>
            <a:ext cx="38100" cy="38100"/>
          </a:xfrm>
          <a:prstGeom prst="rect">
            <a:avLst/>
          </a:prstGeom>
        </p:spPr>
      </p:pic>
      <p:pic>
        <p:nvPicPr>
          <p:cNvPr id="579" name="图片 578" descr="notree_1_485"/>
          <p:cNvPicPr>
            <a:picLocks noChangeAspect="1"/>
          </p:cNvPicPr>
          <p:nvPr/>
        </p:nvPicPr>
        <p:blipFill>
          <a:blip r:embed="rId387"/>
          <a:stretch>
            <a:fillRect/>
          </a:stretch>
        </p:blipFill>
        <p:spPr>
          <a:xfrm>
            <a:off x="159746950" y="157079950"/>
            <a:ext cx="38100" cy="38100"/>
          </a:xfrm>
          <a:prstGeom prst="rect">
            <a:avLst/>
          </a:prstGeom>
        </p:spPr>
      </p:pic>
      <p:pic>
        <p:nvPicPr>
          <p:cNvPr id="580" name="图片 579" descr="notree_1_486"/>
          <p:cNvPicPr>
            <a:picLocks noChangeAspect="1"/>
          </p:cNvPicPr>
          <p:nvPr/>
        </p:nvPicPr>
        <p:blipFill>
          <a:blip r:embed="rId388"/>
          <a:stretch>
            <a:fillRect/>
          </a:stretch>
        </p:blipFill>
        <p:spPr>
          <a:xfrm>
            <a:off x="160064450" y="157397450"/>
            <a:ext cx="38100" cy="38100"/>
          </a:xfrm>
          <a:prstGeom prst="rect">
            <a:avLst/>
          </a:prstGeom>
        </p:spPr>
      </p:pic>
      <p:pic>
        <p:nvPicPr>
          <p:cNvPr id="581" name="图片 580" descr="notree_1_487"/>
          <p:cNvPicPr>
            <a:picLocks noChangeAspect="1"/>
          </p:cNvPicPr>
          <p:nvPr/>
        </p:nvPicPr>
        <p:blipFill>
          <a:blip r:embed="rId389"/>
          <a:stretch>
            <a:fillRect/>
          </a:stretch>
        </p:blipFill>
        <p:spPr>
          <a:xfrm>
            <a:off x="160381950" y="157714950"/>
            <a:ext cx="38100" cy="38100"/>
          </a:xfrm>
          <a:prstGeom prst="rect">
            <a:avLst/>
          </a:prstGeom>
        </p:spPr>
      </p:pic>
      <p:pic>
        <p:nvPicPr>
          <p:cNvPr id="582" name="图片 581" descr="notree_1_488"/>
          <p:cNvPicPr>
            <a:picLocks noChangeAspect="1"/>
          </p:cNvPicPr>
          <p:nvPr/>
        </p:nvPicPr>
        <p:blipFill>
          <a:blip r:embed="rId390"/>
          <a:stretch>
            <a:fillRect/>
          </a:stretch>
        </p:blipFill>
        <p:spPr>
          <a:xfrm>
            <a:off x="160699450" y="158032450"/>
            <a:ext cx="38100" cy="38100"/>
          </a:xfrm>
          <a:prstGeom prst="rect">
            <a:avLst/>
          </a:prstGeom>
        </p:spPr>
      </p:pic>
      <p:pic>
        <p:nvPicPr>
          <p:cNvPr id="583" name="图片 582" descr="notree_1_489"/>
          <p:cNvPicPr>
            <a:picLocks noChangeAspect="1"/>
          </p:cNvPicPr>
          <p:nvPr/>
        </p:nvPicPr>
        <p:blipFill>
          <a:blip r:embed="rId391"/>
          <a:stretch>
            <a:fillRect/>
          </a:stretch>
        </p:blipFill>
        <p:spPr>
          <a:xfrm>
            <a:off x="161016950" y="158349950"/>
            <a:ext cx="38100" cy="38100"/>
          </a:xfrm>
          <a:prstGeom prst="rect">
            <a:avLst/>
          </a:prstGeom>
        </p:spPr>
      </p:pic>
      <p:pic>
        <p:nvPicPr>
          <p:cNvPr id="584" name="图片 583" descr="notree_1_490"/>
          <p:cNvPicPr>
            <a:picLocks noChangeAspect="1"/>
          </p:cNvPicPr>
          <p:nvPr/>
        </p:nvPicPr>
        <p:blipFill>
          <a:blip r:embed="rId392"/>
          <a:stretch>
            <a:fillRect/>
          </a:stretch>
        </p:blipFill>
        <p:spPr>
          <a:xfrm>
            <a:off x="161334450" y="158667450"/>
            <a:ext cx="38100" cy="38100"/>
          </a:xfrm>
          <a:prstGeom prst="rect">
            <a:avLst/>
          </a:prstGeom>
        </p:spPr>
      </p:pic>
      <p:pic>
        <p:nvPicPr>
          <p:cNvPr id="585" name="图片 584" descr="notree_1_491"/>
          <p:cNvPicPr>
            <a:picLocks noChangeAspect="1"/>
          </p:cNvPicPr>
          <p:nvPr/>
        </p:nvPicPr>
        <p:blipFill>
          <a:blip r:embed="rId393"/>
          <a:stretch>
            <a:fillRect/>
          </a:stretch>
        </p:blipFill>
        <p:spPr>
          <a:xfrm>
            <a:off x="161651950" y="158984950"/>
            <a:ext cx="38100" cy="38100"/>
          </a:xfrm>
          <a:prstGeom prst="rect">
            <a:avLst/>
          </a:prstGeom>
        </p:spPr>
      </p:pic>
      <p:pic>
        <p:nvPicPr>
          <p:cNvPr id="586" name="图片 585" descr="notree_1_492"/>
          <p:cNvPicPr>
            <a:picLocks noChangeAspect="1"/>
          </p:cNvPicPr>
          <p:nvPr/>
        </p:nvPicPr>
        <p:blipFill>
          <a:blip r:embed="rId394"/>
          <a:stretch>
            <a:fillRect/>
          </a:stretch>
        </p:blipFill>
        <p:spPr>
          <a:xfrm>
            <a:off x="161969450" y="159302450"/>
            <a:ext cx="38100" cy="38100"/>
          </a:xfrm>
          <a:prstGeom prst="rect">
            <a:avLst/>
          </a:prstGeom>
        </p:spPr>
      </p:pic>
      <p:pic>
        <p:nvPicPr>
          <p:cNvPr id="587" name="图片 586" descr="notree_1_493"/>
          <p:cNvPicPr>
            <a:picLocks noChangeAspect="1"/>
          </p:cNvPicPr>
          <p:nvPr/>
        </p:nvPicPr>
        <p:blipFill>
          <a:blip r:embed="rId395"/>
          <a:stretch>
            <a:fillRect/>
          </a:stretch>
        </p:blipFill>
        <p:spPr>
          <a:xfrm>
            <a:off x="162286950" y="159619950"/>
            <a:ext cx="38100" cy="38100"/>
          </a:xfrm>
          <a:prstGeom prst="rect">
            <a:avLst/>
          </a:prstGeom>
        </p:spPr>
      </p:pic>
      <p:pic>
        <p:nvPicPr>
          <p:cNvPr id="588" name="图片 587" descr="notree_1_494"/>
          <p:cNvPicPr>
            <a:picLocks noChangeAspect="1"/>
          </p:cNvPicPr>
          <p:nvPr/>
        </p:nvPicPr>
        <p:blipFill>
          <a:blip r:embed="rId396"/>
          <a:stretch>
            <a:fillRect/>
          </a:stretch>
        </p:blipFill>
        <p:spPr>
          <a:xfrm>
            <a:off x="162604450" y="159937450"/>
            <a:ext cx="38100" cy="38100"/>
          </a:xfrm>
          <a:prstGeom prst="rect">
            <a:avLst/>
          </a:prstGeom>
        </p:spPr>
      </p:pic>
      <p:pic>
        <p:nvPicPr>
          <p:cNvPr id="589" name="图片 588" descr="notree_1_495"/>
          <p:cNvPicPr>
            <a:picLocks noChangeAspect="1"/>
          </p:cNvPicPr>
          <p:nvPr/>
        </p:nvPicPr>
        <p:blipFill>
          <a:blip r:embed="rId397"/>
          <a:stretch>
            <a:fillRect/>
          </a:stretch>
        </p:blipFill>
        <p:spPr>
          <a:xfrm>
            <a:off x="162921950" y="160254950"/>
            <a:ext cx="38100" cy="38100"/>
          </a:xfrm>
          <a:prstGeom prst="rect">
            <a:avLst/>
          </a:prstGeom>
        </p:spPr>
      </p:pic>
      <p:pic>
        <p:nvPicPr>
          <p:cNvPr id="590" name="图片 589" descr="notree_1_496"/>
          <p:cNvPicPr>
            <a:picLocks noChangeAspect="1"/>
          </p:cNvPicPr>
          <p:nvPr/>
        </p:nvPicPr>
        <p:blipFill>
          <a:blip r:embed="rId398"/>
          <a:stretch>
            <a:fillRect/>
          </a:stretch>
        </p:blipFill>
        <p:spPr>
          <a:xfrm>
            <a:off x="163239450" y="160572450"/>
            <a:ext cx="38100" cy="38100"/>
          </a:xfrm>
          <a:prstGeom prst="rect">
            <a:avLst/>
          </a:prstGeom>
        </p:spPr>
      </p:pic>
      <p:pic>
        <p:nvPicPr>
          <p:cNvPr id="591" name="图片 590" descr="notree_1_497"/>
          <p:cNvPicPr>
            <a:picLocks noChangeAspect="1"/>
          </p:cNvPicPr>
          <p:nvPr/>
        </p:nvPicPr>
        <p:blipFill>
          <a:blip r:embed="rId399"/>
          <a:stretch>
            <a:fillRect/>
          </a:stretch>
        </p:blipFill>
        <p:spPr>
          <a:xfrm>
            <a:off x="163556950" y="160889950"/>
            <a:ext cx="38100" cy="38100"/>
          </a:xfrm>
          <a:prstGeom prst="rect">
            <a:avLst/>
          </a:prstGeom>
        </p:spPr>
      </p:pic>
      <p:pic>
        <p:nvPicPr>
          <p:cNvPr id="592" name="图片 591" descr="notree_1_498"/>
          <p:cNvPicPr>
            <a:picLocks noChangeAspect="1"/>
          </p:cNvPicPr>
          <p:nvPr/>
        </p:nvPicPr>
        <p:blipFill>
          <a:blip r:embed="rId400"/>
          <a:stretch>
            <a:fillRect/>
          </a:stretch>
        </p:blipFill>
        <p:spPr>
          <a:xfrm>
            <a:off x="163874450" y="161207450"/>
            <a:ext cx="38100" cy="38100"/>
          </a:xfrm>
          <a:prstGeom prst="rect">
            <a:avLst/>
          </a:prstGeom>
        </p:spPr>
      </p:pic>
      <p:pic>
        <p:nvPicPr>
          <p:cNvPr id="593" name="图片 592" descr="notree_1_499"/>
          <p:cNvPicPr>
            <a:picLocks noChangeAspect="1"/>
          </p:cNvPicPr>
          <p:nvPr/>
        </p:nvPicPr>
        <p:blipFill>
          <a:blip r:embed="rId401"/>
          <a:stretch>
            <a:fillRect/>
          </a:stretch>
        </p:blipFill>
        <p:spPr>
          <a:xfrm>
            <a:off x="164191950" y="161524950"/>
            <a:ext cx="38100" cy="38100"/>
          </a:xfrm>
          <a:prstGeom prst="rect">
            <a:avLst/>
          </a:prstGeom>
        </p:spPr>
      </p:pic>
      <p:pic>
        <p:nvPicPr>
          <p:cNvPr id="594" name="图片 593" descr="notree_1_500"/>
          <p:cNvPicPr>
            <a:picLocks noChangeAspect="1"/>
          </p:cNvPicPr>
          <p:nvPr/>
        </p:nvPicPr>
        <p:blipFill>
          <a:blip r:embed="rId402"/>
          <a:stretch>
            <a:fillRect/>
          </a:stretch>
        </p:blipFill>
        <p:spPr>
          <a:xfrm>
            <a:off x="164509450" y="161842450"/>
            <a:ext cx="38100" cy="38100"/>
          </a:xfrm>
          <a:prstGeom prst="rect">
            <a:avLst/>
          </a:prstGeom>
        </p:spPr>
      </p:pic>
      <p:pic>
        <p:nvPicPr>
          <p:cNvPr id="595" name="图片 594" descr="notree_1_501"/>
          <p:cNvPicPr>
            <a:picLocks noChangeAspect="1"/>
          </p:cNvPicPr>
          <p:nvPr/>
        </p:nvPicPr>
        <p:blipFill>
          <a:blip r:embed="rId403"/>
          <a:stretch>
            <a:fillRect/>
          </a:stretch>
        </p:blipFill>
        <p:spPr>
          <a:xfrm>
            <a:off x="164826950" y="162159950"/>
            <a:ext cx="38100" cy="38100"/>
          </a:xfrm>
          <a:prstGeom prst="rect">
            <a:avLst/>
          </a:prstGeom>
        </p:spPr>
      </p:pic>
      <p:pic>
        <p:nvPicPr>
          <p:cNvPr id="596" name="图片 595" descr="notree_1_502"/>
          <p:cNvPicPr>
            <a:picLocks noChangeAspect="1"/>
          </p:cNvPicPr>
          <p:nvPr/>
        </p:nvPicPr>
        <p:blipFill>
          <a:blip r:embed="rId404"/>
          <a:stretch>
            <a:fillRect/>
          </a:stretch>
        </p:blipFill>
        <p:spPr>
          <a:xfrm>
            <a:off x="165144450" y="162477450"/>
            <a:ext cx="38100" cy="38100"/>
          </a:xfrm>
          <a:prstGeom prst="rect">
            <a:avLst/>
          </a:prstGeom>
        </p:spPr>
      </p:pic>
      <p:pic>
        <p:nvPicPr>
          <p:cNvPr id="597" name="图片 596" descr="notree_1_503"/>
          <p:cNvPicPr>
            <a:picLocks noChangeAspect="1"/>
          </p:cNvPicPr>
          <p:nvPr/>
        </p:nvPicPr>
        <p:blipFill>
          <a:blip r:embed="rId405"/>
          <a:stretch>
            <a:fillRect/>
          </a:stretch>
        </p:blipFill>
        <p:spPr>
          <a:xfrm>
            <a:off x="165461950" y="162794950"/>
            <a:ext cx="38100" cy="38100"/>
          </a:xfrm>
          <a:prstGeom prst="rect">
            <a:avLst/>
          </a:prstGeom>
        </p:spPr>
      </p:pic>
      <p:pic>
        <p:nvPicPr>
          <p:cNvPr id="598" name="图片 597" descr="notree_1_504"/>
          <p:cNvPicPr>
            <a:picLocks noChangeAspect="1"/>
          </p:cNvPicPr>
          <p:nvPr/>
        </p:nvPicPr>
        <p:blipFill>
          <a:blip r:embed="rId406"/>
          <a:stretch>
            <a:fillRect/>
          </a:stretch>
        </p:blipFill>
        <p:spPr>
          <a:xfrm>
            <a:off x="165779450" y="163112450"/>
            <a:ext cx="38100" cy="38100"/>
          </a:xfrm>
          <a:prstGeom prst="rect">
            <a:avLst/>
          </a:prstGeom>
        </p:spPr>
      </p:pic>
      <p:pic>
        <p:nvPicPr>
          <p:cNvPr id="599" name="图片 598" descr="notree_1_505"/>
          <p:cNvPicPr>
            <a:picLocks noChangeAspect="1"/>
          </p:cNvPicPr>
          <p:nvPr/>
        </p:nvPicPr>
        <p:blipFill>
          <a:blip r:embed="rId407"/>
          <a:stretch>
            <a:fillRect/>
          </a:stretch>
        </p:blipFill>
        <p:spPr>
          <a:xfrm>
            <a:off x="166096950" y="163429950"/>
            <a:ext cx="38100" cy="38100"/>
          </a:xfrm>
          <a:prstGeom prst="rect">
            <a:avLst/>
          </a:prstGeom>
        </p:spPr>
      </p:pic>
      <p:pic>
        <p:nvPicPr>
          <p:cNvPr id="600" name="图片 599" descr="notree_1_506"/>
          <p:cNvPicPr>
            <a:picLocks noChangeAspect="1"/>
          </p:cNvPicPr>
          <p:nvPr/>
        </p:nvPicPr>
        <p:blipFill>
          <a:blip r:embed="rId408"/>
          <a:stretch>
            <a:fillRect/>
          </a:stretch>
        </p:blipFill>
        <p:spPr>
          <a:xfrm>
            <a:off x="166414450" y="163747450"/>
            <a:ext cx="38100" cy="38100"/>
          </a:xfrm>
          <a:prstGeom prst="rect">
            <a:avLst/>
          </a:prstGeom>
        </p:spPr>
      </p:pic>
      <p:pic>
        <p:nvPicPr>
          <p:cNvPr id="601" name="图片 600" descr="notree_1_507"/>
          <p:cNvPicPr>
            <a:picLocks noChangeAspect="1"/>
          </p:cNvPicPr>
          <p:nvPr/>
        </p:nvPicPr>
        <p:blipFill>
          <a:blip r:embed="rId409"/>
          <a:stretch>
            <a:fillRect/>
          </a:stretch>
        </p:blipFill>
        <p:spPr>
          <a:xfrm>
            <a:off x="166731950" y="164064950"/>
            <a:ext cx="38100" cy="38100"/>
          </a:xfrm>
          <a:prstGeom prst="rect">
            <a:avLst/>
          </a:prstGeom>
        </p:spPr>
      </p:pic>
      <p:pic>
        <p:nvPicPr>
          <p:cNvPr id="602" name="图片 601" descr="notree_1_508"/>
          <p:cNvPicPr>
            <a:picLocks noChangeAspect="1"/>
          </p:cNvPicPr>
          <p:nvPr/>
        </p:nvPicPr>
        <p:blipFill>
          <a:blip r:embed="rId410"/>
          <a:stretch>
            <a:fillRect/>
          </a:stretch>
        </p:blipFill>
        <p:spPr>
          <a:xfrm>
            <a:off x="167049450" y="164382450"/>
            <a:ext cx="38100" cy="38100"/>
          </a:xfrm>
          <a:prstGeom prst="rect">
            <a:avLst/>
          </a:prstGeom>
        </p:spPr>
      </p:pic>
      <p:pic>
        <p:nvPicPr>
          <p:cNvPr id="603" name="图片 602" descr="notree_1_509"/>
          <p:cNvPicPr>
            <a:picLocks noChangeAspect="1"/>
          </p:cNvPicPr>
          <p:nvPr/>
        </p:nvPicPr>
        <p:blipFill>
          <a:blip r:embed="rId411"/>
          <a:stretch>
            <a:fillRect/>
          </a:stretch>
        </p:blipFill>
        <p:spPr>
          <a:xfrm>
            <a:off x="167366950" y="164699950"/>
            <a:ext cx="38100" cy="38100"/>
          </a:xfrm>
          <a:prstGeom prst="rect">
            <a:avLst/>
          </a:prstGeom>
        </p:spPr>
      </p:pic>
      <p:pic>
        <p:nvPicPr>
          <p:cNvPr id="604" name="图片 603" descr="notree_1_510"/>
          <p:cNvPicPr>
            <a:picLocks noChangeAspect="1"/>
          </p:cNvPicPr>
          <p:nvPr/>
        </p:nvPicPr>
        <p:blipFill>
          <a:blip r:embed="rId412"/>
          <a:stretch>
            <a:fillRect/>
          </a:stretch>
        </p:blipFill>
        <p:spPr>
          <a:xfrm>
            <a:off x="167684450" y="165017450"/>
            <a:ext cx="38100" cy="38100"/>
          </a:xfrm>
          <a:prstGeom prst="rect">
            <a:avLst/>
          </a:prstGeom>
        </p:spPr>
      </p:pic>
      <p:pic>
        <p:nvPicPr>
          <p:cNvPr id="605" name="图片 604" descr="notree_1_511"/>
          <p:cNvPicPr>
            <a:picLocks noChangeAspect="1"/>
          </p:cNvPicPr>
          <p:nvPr/>
        </p:nvPicPr>
        <p:blipFill>
          <a:blip r:embed="rId413"/>
          <a:stretch>
            <a:fillRect/>
          </a:stretch>
        </p:blipFill>
        <p:spPr>
          <a:xfrm>
            <a:off x="168001950" y="165334950"/>
            <a:ext cx="38100" cy="38100"/>
          </a:xfrm>
          <a:prstGeom prst="rect">
            <a:avLst/>
          </a:prstGeom>
        </p:spPr>
      </p:pic>
      <p:pic>
        <p:nvPicPr>
          <p:cNvPr id="606" name="图片 605" descr="notree_1_512"/>
          <p:cNvPicPr>
            <a:picLocks noChangeAspect="1"/>
          </p:cNvPicPr>
          <p:nvPr/>
        </p:nvPicPr>
        <p:blipFill>
          <a:blip r:embed="rId414"/>
          <a:stretch>
            <a:fillRect/>
          </a:stretch>
        </p:blipFill>
        <p:spPr>
          <a:xfrm>
            <a:off x="168319450" y="165652450"/>
            <a:ext cx="38100" cy="38100"/>
          </a:xfrm>
          <a:prstGeom prst="rect">
            <a:avLst/>
          </a:prstGeom>
        </p:spPr>
      </p:pic>
      <p:pic>
        <p:nvPicPr>
          <p:cNvPr id="607" name="图片 606" descr="notree_1_513"/>
          <p:cNvPicPr>
            <a:picLocks noChangeAspect="1"/>
          </p:cNvPicPr>
          <p:nvPr/>
        </p:nvPicPr>
        <p:blipFill>
          <a:blip r:embed="rId415"/>
          <a:stretch>
            <a:fillRect/>
          </a:stretch>
        </p:blipFill>
        <p:spPr>
          <a:xfrm>
            <a:off x="168636950" y="165969950"/>
            <a:ext cx="38100" cy="38100"/>
          </a:xfrm>
          <a:prstGeom prst="rect">
            <a:avLst/>
          </a:prstGeom>
        </p:spPr>
      </p:pic>
      <p:pic>
        <p:nvPicPr>
          <p:cNvPr id="608" name="图片 607" descr="notree_1_514"/>
          <p:cNvPicPr>
            <a:picLocks noChangeAspect="1"/>
          </p:cNvPicPr>
          <p:nvPr/>
        </p:nvPicPr>
        <p:blipFill>
          <a:blip r:embed="rId416"/>
          <a:stretch>
            <a:fillRect/>
          </a:stretch>
        </p:blipFill>
        <p:spPr>
          <a:xfrm>
            <a:off x="168954450" y="166287450"/>
            <a:ext cx="38100" cy="38100"/>
          </a:xfrm>
          <a:prstGeom prst="rect">
            <a:avLst/>
          </a:prstGeom>
        </p:spPr>
      </p:pic>
      <p:pic>
        <p:nvPicPr>
          <p:cNvPr id="609" name="图片 608" descr="notree_1_515"/>
          <p:cNvPicPr>
            <a:picLocks noChangeAspect="1"/>
          </p:cNvPicPr>
          <p:nvPr/>
        </p:nvPicPr>
        <p:blipFill>
          <a:blip r:embed="rId417"/>
          <a:stretch>
            <a:fillRect/>
          </a:stretch>
        </p:blipFill>
        <p:spPr>
          <a:xfrm>
            <a:off x="169271950" y="166604950"/>
            <a:ext cx="38100" cy="38100"/>
          </a:xfrm>
          <a:prstGeom prst="rect">
            <a:avLst/>
          </a:prstGeom>
        </p:spPr>
      </p:pic>
      <p:pic>
        <p:nvPicPr>
          <p:cNvPr id="610" name="图片 609" descr="notree_1_516"/>
          <p:cNvPicPr>
            <a:picLocks noChangeAspect="1"/>
          </p:cNvPicPr>
          <p:nvPr/>
        </p:nvPicPr>
        <p:blipFill>
          <a:blip r:embed="rId418"/>
          <a:stretch>
            <a:fillRect/>
          </a:stretch>
        </p:blipFill>
        <p:spPr>
          <a:xfrm>
            <a:off x="169589450" y="166922450"/>
            <a:ext cx="38100" cy="38100"/>
          </a:xfrm>
          <a:prstGeom prst="rect">
            <a:avLst/>
          </a:prstGeom>
        </p:spPr>
      </p:pic>
      <p:pic>
        <p:nvPicPr>
          <p:cNvPr id="611" name="图片 610" descr="notree_1_517"/>
          <p:cNvPicPr>
            <a:picLocks noChangeAspect="1"/>
          </p:cNvPicPr>
          <p:nvPr/>
        </p:nvPicPr>
        <p:blipFill>
          <a:blip r:embed="rId419"/>
          <a:stretch>
            <a:fillRect/>
          </a:stretch>
        </p:blipFill>
        <p:spPr>
          <a:xfrm>
            <a:off x="169906950" y="167239950"/>
            <a:ext cx="38100" cy="38100"/>
          </a:xfrm>
          <a:prstGeom prst="rect">
            <a:avLst/>
          </a:prstGeom>
        </p:spPr>
      </p:pic>
      <p:pic>
        <p:nvPicPr>
          <p:cNvPr id="612" name="图片 611" descr="notree_1_518"/>
          <p:cNvPicPr>
            <a:picLocks noChangeAspect="1"/>
          </p:cNvPicPr>
          <p:nvPr/>
        </p:nvPicPr>
        <p:blipFill>
          <a:blip r:embed="rId420"/>
          <a:stretch>
            <a:fillRect/>
          </a:stretch>
        </p:blipFill>
        <p:spPr>
          <a:xfrm>
            <a:off x="170224450" y="167557450"/>
            <a:ext cx="38100" cy="38100"/>
          </a:xfrm>
          <a:prstGeom prst="rect">
            <a:avLst/>
          </a:prstGeom>
        </p:spPr>
      </p:pic>
      <p:pic>
        <p:nvPicPr>
          <p:cNvPr id="613" name="图片 612" descr="notree_1_519"/>
          <p:cNvPicPr>
            <a:picLocks noChangeAspect="1"/>
          </p:cNvPicPr>
          <p:nvPr/>
        </p:nvPicPr>
        <p:blipFill>
          <a:blip r:embed="rId421"/>
          <a:stretch>
            <a:fillRect/>
          </a:stretch>
        </p:blipFill>
        <p:spPr>
          <a:xfrm>
            <a:off x="170541950" y="167874950"/>
            <a:ext cx="38100" cy="38100"/>
          </a:xfrm>
          <a:prstGeom prst="rect">
            <a:avLst/>
          </a:prstGeom>
        </p:spPr>
      </p:pic>
      <p:pic>
        <p:nvPicPr>
          <p:cNvPr id="614" name="图片 613" descr="notree_1_520"/>
          <p:cNvPicPr>
            <a:picLocks noChangeAspect="1"/>
          </p:cNvPicPr>
          <p:nvPr/>
        </p:nvPicPr>
        <p:blipFill>
          <a:blip r:embed="rId422"/>
          <a:stretch>
            <a:fillRect/>
          </a:stretch>
        </p:blipFill>
        <p:spPr>
          <a:xfrm>
            <a:off x="170859450" y="168192450"/>
            <a:ext cx="38100" cy="38100"/>
          </a:xfrm>
          <a:prstGeom prst="rect">
            <a:avLst/>
          </a:prstGeom>
        </p:spPr>
      </p:pic>
      <p:pic>
        <p:nvPicPr>
          <p:cNvPr id="615" name="图片 614" descr="notree_1_521"/>
          <p:cNvPicPr>
            <a:picLocks noChangeAspect="1"/>
          </p:cNvPicPr>
          <p:nvPr/>
        </p:nvPicPr>
        <p:blipFill>
          <a:blip r:embed="rId423"/>
          <a:stretch>
            <a:fillRect/>
          </a:stretch>
        </p:blipFill>
        <p:spPr>
          <a:xfrm>
            <a:off x="171176950" y="168509950"/>
            <a:ext cx="38100" cy="38100"/>
          </a:xfrm>
          <a:prstGeom prst="rect">
            <a:avLst/>
          </a:prstGeom>
        </p:spPr>
      </p:pic>
      <p:pic>
        <p:nvPicPr>
          <p:cNvPr id="616" name="图片 615" descr="notree_1_522"/>
          <p:cNvPicPr>
            <a:picLocks noChangeAspect="1"/>
          </p:cNvPicPr>
          <p:nvPr/>
        </p:nvPicPr>
        <p:blipFill>
          <a:blip r:embed="rId424"/>
          <a:stretch>
            <a:fillRect/>
          </a:stretch>
        </p:blipFill>
        <p:spPr>
          <a:xfrm>
            <a:off x="171494450" y="168827450"/>
            <a:ext cx="38100" cy="38100"/>
          </a:xfrm>
          <a:prstGeom prst="rect">
            <a:avLst/>
          </a:prstGeom>
        </p:spPr>
      </p:pic>
      <p:pic>
        <p:nvPicPr>
          <p:cNvPr id="617" name="图片 616" descr="notree_1_523"/>
          <p:cNvPicPr>
            <a:picLocks noChangeAspect="1"/>
          </p:cNvPicPr>
          <p:nvPr/>
        </p:nvPicPr>
        <p:blipFill>
          <a:blip r:embed="rId425"/>
          <a:stretch>
            <a:fillRect/>
          </a:stretch>
        </p:blipFill>
        <p:spPr>
          <a:xfrm>
            <a:off x="171811950" y="169144950"/>
            <a:ext cx="38100" cy="38100"/>
          </a:xfrm>
          <a:prstGeom prst="rect">
            <a:avLst/>
          </a:prstGeom>
        </p:spPr>
      </p:pic>
      <p:pic>
        <p:nvPicPr>
          <p:cNvPr id="618" name="图片 617" descr="notree_1_524"/>
          <p:cNvPicPr>
            <a:picLocks noChangeAspect="1"/>
          </p:cNvPicPr>
          <p:nvPr/>
        </p:nvPicPr>
        <p:blipFill>
          <a:blip r:embed="rId426"/>
          <a:stretch>
            <a:fillRect/>
          </a:stretch>
        </p:blipFill>
        <p:spPr>
          <a:xfrm>
            <a:off x="172129450" y="169462450"/>
            <a:ext cx="38100" cy="38100"/>
          </a:xfrm>
          <a:prstGeom prst="rect">
            <a:avLst/>
          </a:prstGeom>
        </p:spPr>
      </p:pic>
      <p:pic>
        <p:nvPicPr>
          <p:cNvPr id="619" name="图片 618" descr="notree_1_525"/>
          <p:cNvPicPr>
            <a:picLocks noChangeAspect="1"/>
          </p:cNvPicPr>
          <p:nvPr/>
        </p:nvPicPr>
        <p:blipFill>
          <a:blip r:embed="rId427"/>
          <a:stretch>
            <a:fillRect/>
          </a:stretch>
        </p:blipFill>
        <p:spPr>
          <a:xfrm>
            <a:off x="172446950" y="169779950"/>
            <a:ext cx="38100" cy="38100"/>
          </a:xfrm>
          <a:prstGeom prst="rect">
            <a:avLst/>
          </a:prstGeom>
        </p:spPr>
      </p:pic>
      <p:pic>
        <p:nvPicPr>
          <p:cNvPr id="620" name="图片 619" descr="notree_1_526"/>
          <p:cNvPicPr>
            <a:picLocks noChangeAspect="1"/>
          </p:cNvPicPr>
          <p:nvPr/>
        </p:nvPicPr>
        <p:blipFill>
          <a:blip r:embed="rId428"/>
          <a:stretch>
            <a:fillRect/>
          </a:stretch>
        </p:blipFill>
        <p:spPr>
          <a:xfrm>
            <a:off x="172764450" y="170097450"/>
            <a:ext cx="38100" cy="38100"/>
          </a:xfrm>
          <a:prstGeom prst="rect">
            <a:avLst/>
          </a:prstGeom>
        </p:spPr>
      </p:pic>
      <p:pic>
        <p:nvPicPr>
          <p:cNvPr id="621" name="图片 620" descr="notree_1_527"/>
          <p:cNvPicPr>
            <a:picLocks noChangeAspect="1"/>
          </p:cNvPicPr>
          <p:nvPr/>
        </p:nvPicPr>
        <p:blipFill>
          <a:blip r:embed="rId429"/>
          <a:stretch>
            <a:fillRect/>
          </a:stretch>
        </p:blipFill>
        <p:spPr>
          <a:xfrm>
            <a:off x="173081950" y="170414950"/>
            <a:ext cx="38100" cy="38100"/>
          </a:xfrm>
          <a:prstGeom prst="rect">
            <a:avLst/>
          </a:prstGeom>
        </p:spPr>
      </p:pic>
      <p:pic>
        <p:nvPicPr>
          <p:cNvPr id="627" name="图片 626" descr="f8_17"/>
          <p:cNvPicPr preferRelativeResize="0"/>
          <p:nvPr/>
        </p:nvPicPr>
        <p:blipFill>
          <a:blip r:embed="rId430"/>
          <a:stretch>
            <a:fillRect/>
          </a:stretch>
        </p:blipFill>
        <p:spPr>
          <a:xfrm>
            <a:off x="3898065" y="688975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46" name="图片 645" descr="图片79"/>
          <p:cNvPicPr preferRelativeResize="0"/>
          <p:nvPr/>
        </p:nvPicPr>
        <p:blipFill>
          <a:blip r:embed="rId431"/>
          <a:stretch>
            <a:fillRect/>
          </a:stretch>
        </p:blipFill>
        <p:spPr>
          <a:xfrm>
            <a:off x="2743702" y="688975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47" name="图片 646" descr="图片80"/>
          <p:cNvPicPr preferRelativeResize="0"/>
          <p:nvPr/>
        </p:nvPicPr>
        <p:blipFill>
          <a:blip r:embed="rId432"/>
          <a:stretch>
            <a:fillRect/>
          </a:stretch>
        </p:blipFill>
        <p:spPr>
          <a:xfrm>
            <a:off x="7361154" y="688975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48" name="图片 647" descr="图片81"/>
          <p:cNvPicPr preferRelativeResize="0"/>
          <p:nvPr/>
        </p:nvPicPr>
        <p:blipFill>
          <a:blip r:embed="rId433"/>
          <a:stretch>
            <a:fillRect/>
          </a:stretch>
        </p:blipFill>
        <p:spPr>
          <a:xfrm>
            <a:off x="8515515" y="688975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0" name="图片 19"/>
          <p:cNvPicPr preferRelativeResize="0"/>
          <p:nvPr/>
        </p:nvPicPr>
        <p:blipFill>
          <a:blip r:embed="rId434"/>
          <a:stretch>
            <a:fillRect/>
          </a:stretch>
        </p:blipFill>
        <p:spPr>
          <a:xfrm>
            <a:off x="5052428" y="688975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4" name="图片 13"/>
          <p:cNvPicPr preferRelativeResize="0"/>
          <p:nvPr/>
        </p:nvPicPr>
        <p:blipFill>
          <a:blip r:embed="rId435"/>
          <a:stretch>
            <a:fillRect/>
          </a:stretch>
        </p:blipFill>
        <p:spPr>
          <a:xfrm>
            <a:off x="6206791" y="688975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22" name="图片 621" descr="212"/>
          <p:cNvPicPr preferRelativeResize="0"/>
          <p:nvPr/>
        </p:nvPicPr>
        <p:blipFill>
          <a:blip r:embed="rId436"/>
          <a:stretch>
            <a:fillRect/>
          </a:stretch>
        </p:blipFill>
        <p:spPr>
          <a:xfrm>
            <a:off x="320676" y="2933065"/>
            <a:ext cx="1015200" cy="2170800"/>
          </a:xfrm>
          <a:prstGeom prst="rect">
            <a:avLst/>
          </a:prstGeom>
        </p:spPr>
      </p:pic>
      <p:pic>
        <p:nvPicPr>
          <p:cNvPr id="623" name="图片 622" descr="05"/>
          <p:cNvPicPr preferRelativeResize="0"/>
          <p:nvPr/>
        </p:nvPicPr>
        <p:blipFill>
          <a:blip r:embed="rId437"/>
          <a:stretch>
            <a:fillRect/>
          </a:stretch>
        </p:blipFill>
        <p:spPr>
          <a:xfrm>
            <a:off x="7360540" y="2933065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31" name="图片 630" descr="图片82"/>
          <p:cNvPicPr preferRelativeResize="0"/>
          <p:nvPr/>
        </p:nvPicPr>
        <p:blipFill>
          <a:blip r:embed="rId438"/>
          <a:stretch>
            <a:fillRect/>
          </a:stretch>
        </p:blipFill>
        <p:spPr>
          <a:xfrm>
            <a:off x="8515515" y="2933065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37" name="图片 636"/>
          <p:cNvPicPr preferRelativeResize="0"/>
          <p:nvPr/>
        </p:nvPicPr>
        <p:blipFill>
          <a:blip r:embed="rId439"/>
          <a:stretch>
            <a:fillRect/>
          </a:stretch>
        </p:blipFill>
        <p:spPr>
          <a:xfrm>
            <a:off x="5050592" y="2933065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图片 2" descr="图片7"/>
          <p:cNvPicPr/>
          <p:nvPr/>
        </p:nvPicPr>
        <p:blipFill>
          <a:blip r:embed="rId440"/>
          <a:stretch>
            <a:fillRect/>
          </a:stretch>
        </p:blipFill>
        <p:spPr>
          <a:xfrm>
            <a:off x="1417955" y="688975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图片 3" descr="图片8"/>
          <p:cNvPicPr/>
          <p:nvPr/>
        </p:nvPicPr>
        <p:blipFill>
          <a:blip r:embed="rId441"/>
          <a:stretch>
            <a:fillRect/>
          </a:stretch>
        </p:blipFill>
        <p:spPr>
          <a:xfrm>
            <a:off x="1417955" y="2933065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50" name="文本框 649"/>
          <p:cNvSpPr txBox="1"/>
          <p:nvPr/>
        </p:nvSpPr>
        <p:spPr>
          <a:xfrm>
            <a:off x="230659" y="5093580"/>
            <a:ext cx="9398536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zh-CN" sz="1200" dirty="0" smtClean="0">
                <a:latin typeface="Times New Roman" panose="02020603050405020304" charset="0"/>
                <a:cs typeface="Times New Roman" panose="02020603050405020304" charset="0"/>
              </a:rPr>
              <a:t>  (a) Original trunk &amp; the annotation        (b) DeepSVDD        (c) RDOCC      (d) </a:t>
            </a:r>
            <a:r>
              <a:rPr lang="en-US" altLang="zh-CN" sz="1200" dirty="0">
                <a:latin typeface="Times New Roman" panose="02020603050405020304" charset="0"/>
                <a:cs typeface="Times New Roman" panose="02020603050405020304" charset="0"/>
              </a:rPr>
              <a:t>PCC-YOLO           </a:t>
            </a:r>
            <a:r>
              <a:rPr lang="en-US" altLang="zh-CN" sz="1200" dirty="0" smtClean="0">
                <a:latin typeface="Times New Roman" panose="02020603050405020304" charset="0"/>
                <a:cs typeface="Times New Roman" panose="02020603050405020304" charset="0"/>
              </a:rPr>
              <a:t>(e)Y3TM          (f) Trunk-Net     (g) Our TrunkOCC</a:t>
            </a:r>
            <a:endParaRPr lang="zh-CN" alt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24" name="图片 623" descr="05"/>
          <p:cNvPicPr preferRelativeResize="0"/>
          <p:nvPr/>
        </p:nvPicPr>
        <p:blipFill>
          <a:blip r:embed="rId437"/>
          <a:stretch>
            <a:fillRect/>
          </a:stretch>
        </p:blipFill>
        <p:spPr>
          <a:xfrm>
            <a:off x="3895618" y="2933065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26" name="图片 625" descr="10"/>
          <p:cNvPicPr preferRelativeResize="0"/>
          <p:nvPr/>
        </p:nvPicPr>
        <p:blipFill>
          <a:blip r:embed="rId442"/>
          <a:stretch>
            <a:fillRect/>
          </a:stretch>
        </p:blipFill>
        <p:spPr>
          <a:xfrm>
            <a:off x="2740644" y="2933065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28" name="图片 627"/>
          <p:cNvPicPr preferRelativeResize="0"/>
          <p:nvPr/>
        </p:nvPicPr>
        <p:blipFill>
          <a:blip r:embed="rId443"/>
          <a:stretch>
            <a:fillRect/>
          </a:stretch>
        </p:blipFill>
        <p:spPr>
          <a:xfrm>
            <a:off x="6205566" y="2933065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2022070410390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320676" y="2744435"/>
            <a:ext cx="1015200" cy="217080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2898775" y="7272655"/>
            <a:ext cx="4027805" cy="3346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/>
          </a:p>
        </p:txBody>
      </p:sp>
      <p:pic>
        <p:nvPicPr>
          <p:cNvPr id="67" name="图片 66" descr="图片2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359835" y="2744435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2" name="图片 101" descr="图片83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8515515" y="2744435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5" name="图片 14" descr="20220706103504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324962" y="461010"/>
            <a:ext cx="1015200" cy="2170800"/>
          </a:xfrm>
          <a:prstGeom prst="rect">
            <a:avLst/>
          </a:prstGeom>
        </p:spPr>
      </p:pic>
      <p:pic>
        <p:nvPicPr>
          <p:cNvPr id="18" name="图片 17" descr="f8_17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7351723" y="461010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9" name="图片 48" descr="图片4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8505376" y="461010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" name="图片 1" descr="图片10"/>
          <p:cNvPicPr/>
          <p:nvPr/>
        </p:nvPicPr>
        <p:blipFill>
          <a:blip r:embed="rId8"/>
          <a:stretch>
            <a:fillRect/>
          </a:stretch>
        </p:blipFill>
        <p:spPr>
          <a:xfrm>
            <a:off x="1417955" y="461010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图片 2" descr="图片9"/>
          <p:cNvPicPr/>
          <p:nvPr/>
        </p:nvPicPr>
        <p:blipFill>
          <a:blip r:embed="rId9"/>
          <a:stretch>
            <a:fillRect/>
          </a:stretch>
        </p:blipFill>
        <p:spPr>
          <a:xfrm>
            <a:off x="1417955" y="2744435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1" name="文本框 30"/>
          <p:cNvSpPr txBox="1"/>
          <p:nvPr/>
        </p:nvSpPr>
        <p:spPr>
          <a:xfrm>
            <a:off x="236459" y="4924865"/>
            <a:ext cx="9398536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zh-CN" sz="1200" dirty="0" smtClean="0">
                <a:latin typeface="Times New Roman" panose="02020603050405020304" charset="0"/>
                <a:cs typeface="Times New Roman" panose="02020603050405020304" charset="0"/>
              </a:rPr>
              <a:t>  (a) Original trunk &amp; the annotation        (b) DeepSVDD        (c) RDOCC        (d) </a:t>
            </a:r>
            <a:r>
              <a:rPr lang="en-US" altLang="zh-CN" sz="1200" dirty="0">
                <a:latin typeface="Times New Roman" panose="02020603050405020304" charset="0"/>
                <a:cs typeface="Times New Roman" panose="02020603050405020304" charset="0"/>
              </a:rPr>
              <a:t>PCC-YOLO        </a:t>
            </a:r>
            <a:r>
              <a:rPr lang="en-US" altLang="zh-CN" sz="1200" dirty="0" smtClean="0">
                <a:latin typeface="Times New Roman" panose="02020603050405020304" charset="0"/>
                <a:cs typeface="Times New Roman" panose="02020603050405020304" charset="0"/>
              </a:rPr>
              <a:t>  (e)Y3TM          (f) Trunk-Net     (g) Our TrunkOCC</a:t>
            </a:r>
            <a:endParaRPr lang="zh-CN" alt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1" name="图片 20" descr="图片22"/>
          <p:cNvPicPr preferRelativeResize="0"/>
          <p:nvPr/>
        </p:nvPicPr>
        <p:blipFill>
          <a:blip r:embed="rId10"/>
          <a:stretch>
            <a:fillRect/>
          </a:stretch>
        </p:blipFill>
        <p:spPr>
          <a:xfrm>
            <a:off x="2737107" y="2744435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2" name="图片 21" descr="图片2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892789" y="2744435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3" name="图片 22"/>
          <p:cNvPicPr preferRelativeResize="0"/>
          <p:nvPr/>
        </p:nvPicPr>
        <p:blipFill>
          <a:blip r:embed="rId11"/>
          <a:stretch>
            <a:fillRect/>
          </a:stretch>
        </p:blipFill>
        <p:spPr>
          <a:xfrm>
            <a:off x="5048471" y="2744435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4" name="图片 23"/>
          <p:cNvPicPr preferRelativeResize="0"/>
          <p:nvPr/>
        </p:nvPicPr>
        <p:blipFill>
          <a:blip r:embed="rId12"/>
          <a:stretch>
            <a:fillRect/>
          </a:stretch>
        </p:blipFill>
        <p:spPr>
          <a:xfrm>
            <a:off x="6204153" y="2744435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5" name="图片 24" descr="f8_17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3890761" y="461010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8" name="图片 27" descr="f8_17"/>
          <p:cNvPicPr preferRelativeResize="0"/>
          <p:nvPr/>
        </p:nvPicPr>
        <p:blipFill>
          <a:blip r:embed="rId13"/>
          <a:stretch>
            <a:fillRect/>
          </a:stretch>
        </p:blipFill>
        <p:spPr>
          <a:xfrm>
            <a:off x="2737107" y="461010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9" name="图片 28"/>
          <p:cNvPicPr preferRelativeResize="0"/>
          <p:nvPr/>
        </p:nvPicPr>
        <p:blipFill>
          <a:blip r:embed="rId14"/>
          <a:stretch>
            <a:fillRect/>
          </a:stretch>
        </p:blipFill>
        <p:spPr>
          <a:xfrm>
            <a:off x="5044415" y="461010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0" name="图片 29"/>
          <p:cNvPicPr preferRelativeResize="0"/>
          <p:nvPr/>
        </p:nvPicPr>
        <p:blipFill>
          <a:blip r:embed="rId15"/>
          <a:stretch>
            <a:fillRect/>
          </a:stretch>
        </p:blipFill>
        <p:spPr>
          <a:xfrm>
            <a:off x="6198069" y="461010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24.0897637795276,&quot;left&quot;:13.347265625,&quot;top&quot;:7.35,&quot;width&quot;:750.3358267716536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15706</TotalTime>
  <Words>96</Words>
  <Application>Microsoft Office PowerPoint</Application>
  <PresentationFormat>宽屏</PresentationFormat>
  <Paragraphs>3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宋体</vt:lpstr>
      <vt:lpstr>微软雅黑</vt:lpstr>
      <vt:lpstr>Arial</vt:lpstr>
      <vt:lpstr>Calibri</vt:lpstr>
      <vt:lpstr>Times New Roman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小徐同学</dc:creator>
  <cp:lastModifiedBy>dell</cp:lastModifiedBy>
  <cp:revision>1050</cp:revision>
  <dcterms:created xsi:type="dcterms:W3CDTF">2023-08-09T12:44:00Z</dcterms:created>
  <dcterms:modified xsi:type="dcterms:W3CDTF">2026-06-05T07:29:57Z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4B2E1A9711414B448A3F4F8714B5816A_12</vt:lpwstr>
  </property>
</Properties>
</file>